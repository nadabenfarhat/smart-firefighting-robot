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diagrams/colors1.xml" ContentType="application/vnd.openxmlformats-officedocument.drawingml.diagramColors+xml"/>
  <Override PartName="/ppt/diagrams/colors2.xml" ContentType="application/vnd.openxmlformats-officedocument.drawingml.diagramColors+xml"/>
  <Override PartName="/ppt/diagrams/colors3.xml" ContentType="application/vnd.openxmlformats-officedocument.drawingml.diagramColors+xml"/>
  <Override PartName="/ppt/diagrams/data1.xml" ContentType="application/vnd.openxmlformats-officedocument.drawingml.diagramData+xml"/>
  <Override PartName="/ppt/diagrams/data2.xml" ContentType="application/vnd.openxmlformats-officedocument.drawingml.diagramData+xml"/>
  <Override PartName="/ppt/diagrams/data3.xml" ContentType="application/vnd.openxmlformats-officedocument.drawingml.diagramData+xml"/>
  <Override PartName="/ppt/diagrams/drawing1.xml" ContentType="application/vnd.ms-office.drawingml.diagramDrawing+xml"/>
  <Override PartName="/ppt/diagrams/drawing2.xml" ContentType="application/vnd.ms-office.drawingml.diagramDrawing+xml"/>
  <Override PartName="/ppt/diagrams/drawing3.xml" ContentType="application/vnd.ms-office.drawingml.diagramDrawing+xml"/>
  <Override PartName="/ppt/diagrams/layout1.xml" ContentType="application/vnd.openxmlformats-officedocument.drawingml.diagramLayout+xml"/>
  <Override PartName="/ppt/diagrams/layout2.xml" ContentType="application/vnd.openxmlformats-officedocument.drawingml.diagramLayout+xml"/>
  <Override PartName="/ppt/diagrams/layout3.xml" ContentType="application/vnd.openxmlformats-officedocument.drawingml.diagramLayout+xml"/>
  <Override PartName="/ppt/diagrams/quickStyle1.xml" ContentType="application/vnd.openxmlformats-officedocument.drawingml.diagramStyle+xml"/>
  <Override PartName="/ppt/diagrams/quickStyle2.xml" ContentType="application/vnd.openxmlformats-officedocument.drawingml.diagramStyle+xml"/>
  <Override PartName="/ppt/diagrams/quickStyle3.xml" ContentType="application/vnd.openxmlformats-officedocument.drawingml.diagramStyl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</p:sldIdLst>
  <p:sldSz cx="9144000" cy="6858000" type="screen4x3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917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度样式 4 - 强调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620"/>
    <p:restoredTop sz="94660"/>
  </p:normalViewPr>
  <p:slideViewPr>
    <p:cSldViewPr>
      <p:cViewPr varScale="1">
        <p:scale>
          <a:sx n="82" d="100"/>
          <a:sy n="82" d="100"/>
        </p:scale>
        <p:origin x="-1474" y="-91"/>
      </p:cViewPr>
      <p:guideLst>
        <p:guide orient="horz" pos="2160"/>
        <p:guide pos="2917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2" Type="http://schemas.openxmlformats.org/officeDocument/2006/relationships/tableStyles" Target="tableStyles.xml"/><Relationship Id="rId11" Type="http://schemas.openxmlformats.org/officeDocument/2006/relationships/viewProps" Target="viewProps.xml"/><Relationship Id="rId10" Type="http://schemas.openxmlformats.org/officeDocument/2006/relationships/presProps" Target="presProps.xml"/><Relationship Id="rId1" Type="http://schemas.openxmlformats.org/officeDocument/2006/relationships/slideMaster" Target="slideMasters/slideMaster1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colorful4">
  <dgm:title val=""/>
  <dgm:desc val=""/>
  <dgm:catLst>
    <dgm:cat type="colorful" pri="10400"/>
  </dgm:catLst>
  <dgm:styleLbl name="align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4"/>
      <a:schemeClr val="accent5"/>
    </dgm:fillClrLst>
    <dgm:linClrLst>
      <a:schemeClr val="accent4"/>
      <a:schemeClr val="accent5"/>
    </dgm:linClrLst>
    <dgm:effectClrLst/>
    <dgm:txLinClrLst/>
    <dgm:txFillClrLst/>
    <dgm:txEffectClrLst/>
  </dgm:styleLbl>
  <dgm:styleLbl name="asst0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5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4">
        <a:tint val="50000"/>
      </a:schemeClr>
      <a:schemeClr val="accent5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4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4"/>
    </dgm:fillClrLst>
    <dgm:linClrLst meth="repeat">
      <a:schemeClr val="accent4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4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4">
        <a:tint val="40000"/>
        <a:alpha val="90000"/>
      </a:schemeClr>
      <a:schemeClr val="accent5">
        <a:tint val="40000"/>
        <a:alpha val="90000"/>
      </a:schemeClr>
    </dgm:fillClrLst>
    <dgm:linClrLst>
      <a:schemeClr val="accent4">
        <a:tint val="40000"/>
        <a:alpha val="90000"/>
      </a:schemeClr>
      <a:schemeClr val="accent5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4">
        <a:tint val="50000"/>
      </a:schemeClr>
      <a:schemeClr val="accent5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4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4"/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4">
        <a:tint val="9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4">
        <a:tint val="50000"/>
      </a:schemeClr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6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4"/>
      <a:schemeClr val="accent5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4"/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4"/>
      <a:schemeClr val="accent5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4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4">
        <a:tint val="50000"/>
        <a:alpha val="40000"/>
      </a:schemeClr>
    </dgm:fillClrLst>
    <dgm:linClrLst meth="repeat">
      <a:schemeClr val="accent4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4">
        <a:alpha val="50000"/>
      </a:schemeClr>
      <a:schemeClr val="accent5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D810C6D9-EA7E-4908-929E-2996EBA55DAA}" type="doc">
      <dgm:prSet loTypeId="urn:microsoft.com/office/officeart/2005/8/layout/hierarchy2" loCatId="hierarchy" qsTypeId="urn:microsoft.com/office/officeart/2005/8/quickstyle/simple3" qsCatId="simple" csTypeId="urn:microsoft.com/office/officeart/2005/8/colors/colorful2" csCatId="colorful" phldr="1"/>
      <dgm:spPr/>
      <dgm:t>
        <a:bodyPr/>
        <a:lstStyle/>
        <a:p>
          <a:endParaRPr lang="fr-FR"/>
        </a:p>
      </dgm:t>
    </dgm:pt>
    <dgm:pt modelId="{340438B8-276B-4B9F-B6D4-DFA7F2138463}">
      <dgm:prSet phldrT="[Texte]"/>
      <dgm:spPr/>
      <dgm:t>
        <a:bodyPr/>
        <a:lstStyle/>
        <a:p>
          <a:pPr algn="ctr"/>
          <a:r>
            <a:rPr lang="fr-FR"/>
            <a:t>lecture capteurs</a:t>
          </a:r>
        </a:p>
      </dgm:t>
    </dgm:pt>
    <dgm:pt modelId="{B89668CE-866E-4C02-96E3-F01C96FA32B3}" cxnId="{94A1EF04-A008-407E-A504-9F34A437F124}" type="parTrans">
      <dgm:prSet/>
      <dgm:spPr/>
      <dgm:t>
        <a:bodyPr/>
        <a:lstStyle/>
        <a:p>
          <a:pPr algn="ctr"/>
          <a:endParaRPr lang="fr-FR"/>
        </a:p>
      </dgm:t>
    </dgm:pt>
    <dgm:pt modelId="{021A84C4-641F-4A2A-B29C-A6CF497D19AF}" cxnId="{94A1EF04-A008-407E-A504-9F34A437F124}" type="sibTrans">
      <dgm:prSet/>
      <dgm:spPr/>
      <dgm:t>
        <a:bodyPr/>
        <a:lstStyle/>
        <a:p>
          <a:pPr algn="ctr"/>
          <a:endParaRPr lang="fr-FR"/>
        </a:p>
      </dgm:t>
    </dgm:pt>
    <dgm:pt modelId="{21713C2B-A77A-4205-83AD-0811654D95AC}">
      <dgm:prSet phldrT="[Texte]"/>
      <dgm:spPr/>
      <dgm:t>
        <a:bodyPr/>
        <a:lstStyle/>
        <a:p>
          <a:pPr algn="ctr"/>
          <a:r>
            <a:rPr lang="fr-FR"/>
            <a:t>ultrason</a:t>
          </a:r>
        </a:p>
      </dgm:t>
    </dgm:pt>
    <dgm:pt modelId="{EC8DE228-96EB-43F5-9097-8134B8EE8F8B}" cxnId="{BCDF38B5-F5FF-42C7-A33F-E3A552888763}" type="parTrans">
      <dgm:prSet/>
      <dgm:spPr/>
      <dgm:t>
        <a:bodyPr/>
        <a:lstStyle/>
        <a:p>
          <a:pPr algn="ctr"/>
          <a:endParaRPr lang="fr-FR"/>
        </a:p>
      </dgm:t>
    </dgm:pt>
    <dgm:pt modelId="{CDCCA262-16C5-455E-B406-8839ABDD8EE4}" cxnId="{BCDF38B5-F5FF-42C7-A33F-E3A552888763}" type="sibTrans">
      <dgm:prSet/>
      <dgm:spPr/>
      <dgm:t>
        <a:bodyPr/>
        <a:lstStyle/>
        <a:p>
          <a:pPr algn="ctr"/>
          <a:endParaRPr lang="fr-FR"/>
        </a:p>
      </dgm:t>
    </dgm:pt>
    <dgm:pt modelId="{DE0FDDA5-CA11-4438-AEFB-05E348843554}">
      <dgm:prSet phldrT="[Texte]"/>
      <dgm:spPr/>
      <dgm:t>
        <a:bodyPr/>
        <a:lstStyle/>
        <a:p>
          <a:pPr algn="ctr"/>
          <a:r>
            <a:rPr lang="fr-FR"/>
            <a:t>calcul distance</a:t>
          </a:r>
        </a:p>
      </dgm:t>
    </dgm:pt>
    <dgm:pt modelId="{42B606E9-9E71-44BD-8991-1F014A71A699}" cxnId="{8274A9C5-2177-4B51-8A71-46E7061710A6}" type="parTrans">
      <dgm:prSet/>
      <dgm:spPr/>
      <dgm:t>
        <a:bodyPr/>
        <a:lstStyle/>
        <a:p>
          <a:pPr algn="ctr"/>
          <a:endParaRPr lang="fr-FR"/>
        </a:p>
      </dgm:t>
    </dgm:pt>
    <dgm:pt modelId="{B60641C7-E7BC-490D-9789-B3EE3791D3B3}" cxnId="{8274A9C5-2177-4B51-8A71-46E7061710A6}" type="sibTrans">
      <dgm:prSet/>
      <dgm:spPr/>
      <dgm:t>
        <a:bodyPr/>
        <a:lstStyle/>
        <a:p>
          <a:pPr algn="ctr"/>
          <a:endParaRPr lang="fr-FR"/>
        </a:p>
      </dgm:t>
    </dgm:pt>
    <dgm:pt modelId="{7210B2A3-DA24-478E-A953-6E5BD3948C23}">
      <dgm:prSet phldrT="[Texte]"/>
      <dgm:spPr/>
      <dgm:t>
        <a:bodyPr/>
        <a:lstStyle/>
        <a:p>
          <a:pPr algn="ctr"/>
          <a:r>
            <a:rPr lang="fr-FR"/>
            <a:t>Flammes IR *3</a:t>
          </a:r>
        </a:p>
      </dgm:t>
    </dgm:pt>
    <dgm:pt modelId="{4BA9F100-AC33-4165-9219-5AEB16226F80}" cxnId="{5B417FA0-CBFF-436B-B03E-A630E10E61EC}" type="parTrans">
      <dgm:prSet/>
      <dgm:spPr/>
      <dgm:t>
        <a:bodyPr/>
        <a:lstStyle/>
        <a:p>
          <a:pPr algn="ctr"/>
          <a:endParaRPr lang="fr-FR"/>
        </a:p>
      </dgm:t>
    </dgm:pt>
    <dgm:pt modelId="{EEE5D9FB-9A7B-4666-B9DB-6D0625F88162}" cxnId="{5B417FA0-CBFF-436B-B03E-A630E10E61EC}" type="sibTrans">
      <dgm:prSet/>
      <dgm:spPr/>
      <dgm:t>
        <a:bodyPr/>
        <a:lstStyle/>
        <a:p>
          <a:pPr algn="ctr"/>
          <a:endParaRPr lang="fr-FR"/>
        </a:p>
      </dgm:t>
    </dgm:pt>
    <dgm:pt modelId="{F6B7E406-57FE-4C9F-8A5E-842672D503DD}">
      <dgm:prSet phldrT="[Texte]"/>
      <dgm:spPr/>
      <dgm:t>
        <a:bodyPr/>
        <a:lstStyle/>
        <a:p>
          <a:pPr algn="ctr"/>
          <a:r>
            <a:rPr lang="fr-FR"/>
            <a:t>Gaz MQ-2</a:t>
          </a:r>
        </a:p>
      </dgm:t>
    </dgm:pt>
    <dgm:pt modelId="{28555F2A-634D-4F7C-BFB4-0563235AB25D}" cxnId="{3F4560E7-057E-411C-82A7-0C764445610F}" type="parTrans">
      <dgm:prSet/>
      <dgm:spPr/>
      <dgm:t>
        <a:bodyPr/>
        <a:lstStyle/>
        <a:p>
          <a:pPr algn="ctr"/>
          <a:endParaRPr lang="fr-FR"/>
        </a:p>
      </dgm:t>
    </dgm:pt>
    <dgm:pt modelId="{74509D69-72C0-4BF0-986A-02D81EDB1106}" cxnId="{3F4560E7-057E-411C-82A7-0C764445610F}" type="sibTrans">
      <dgm:prSet/>
      <dgm:spPr/>
      <dgm:t>
        <a:bodyPr/>
        <a:lstStyle/>
        <a:p>
          <a:pPr algn="ctr"/>
          <a:endParaRPr lang="fr-FR"/>
        </a:p>
      </dgm:t>
    </dgm:pt>
    <dgm:pt modelId="{45E5CA44-26DE-451D-A479-A8B06BAE803F}">
      <dgm:prSet phldrT="[Texte]"/>
      <dgm:spPr/>
      <dgm:t>
        <a:bodyPr/>
        <a:lstStyle/>
        <a:p>
          <a:pPr algn="ctr"/>
          <a:r>
            <a:rPr lang="fr-FR"/>
            <a:t>détection Gaz</a:t>
          </a:r>
        </a:p>
      </dgm:t>
    </dgm:pt>
    <dgm:pt modelId="{0CFC05B0-4C24-4B82-B628-4AFF0A53628D}" cxnId="{33A43E5A-60F8-4875-BCFD-8F01027B9277}" type="parTrans">
      <dgm:prSet/>
      <dgm:spPr/>
      <dgm:t>
        <a:bodyPr/>
        <a:lstStyle/>
        <a:p>
          <a:pPr algn="ctr"/>
          <a:endParaRPr lang="fr-FR"/>
        </a:p>
      </dgm:t>
    </dgm:pt>
    <dgm:pt modelId="{0B47700C-A71F-41A3-A4F2-513C99A9210D}" cxnId="{33A43E5A-60F8-4875-BCFD-8F01027B9277}" type="sibTrans">
      <dgm:prSet/>
      <dgm:spPr/>
      <dgm:t>
        <a:bodyPr/>
        <a:lstStyle/>
        <a:p>
          <a:pPr algn="ctr"/>
          <a:endParaRPr lang="fr-FR"/>
        </a:p>
      </dgm:t>
    </dgm:pt>
    <dgm:pt modelId="{52B4B797-1E2A-406C-9820-A9E3FAB11927}">
      <dgm:prSet phldrT="[Texte]"/>
      <dgm:spPr/>
      <dgm:t>
        <a:bodyPr/>
        <a:lstStyle/>
        <a:p>
          <a:pPr algn="ctr"/>
          <a:r>
            <a:rPr lang="fr-FR"/>
            <a:t>drection Feu</a:t>
          </a:r>
        </a:p>
      </dgm:t>
    </dgm:pt>
    <dgm:pt modelId="{EDB45B19-5E1E-4F0F-BD63-9827019E4971}" cxnId="{4B1C6363-E5FD-4610-A6AF-8D72FA10EB51}" type="parTrans">
      <dgm:prSet/>
      <dgm:spPr/>
      <dgm:t>
        <a:bodyPr/>
        <a:lstStyle/>
        <a:p>
          <a:pPr algn="ctr"/>
          <a:endParaRPr lang="fr-FR"/>
        </a:p>
      </dgm:t>
    </dgm:pt>
    <dgm:pt modelId="{8EF1123D-FBE5-4BEB-967B-DD22EA0B22F0}" cxnId="{4B1C6363-E5FD-4610-A6AF-8D72FA10EB51}" type="sibTrans">
      <dgm:prSet/>
      <dgm:spPr/>
      <dgm:t>
        <a:bodyPr/>
        <a:lstStyle/>
        <a:p>
          <a:pPr algn="ctr"/>
          <a:endParaRPr lang="fr-FR"/>
        </a:p>
      </dgm:t>
    </dgm:pt>
    <dgm:pt modelId="{62B65193-0DDA-45A5-9E94-29D2B90ACEA1}" type="pres">
      <dgm:prSet presAssocID="{D810C6D9-EA7E-4908-929E-2996EBA55DAA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  <dgm:pt modelId="{5142DA97-C61F-484E-95D9-1F2ED67F8B64}" type="pres">
      <dgm:prSet presAssocID="{340438B8-276B-4B9F-B6D4-DFA7F2138463}" presName="root1" presStyleCnt="0"/>
      <dgm:spPr/>
    </dgm:pt>
    <dgm:pt modelId="{386DF1A1-199F-4FA4-9701-C627953B9905}" type="pres">
      <dgm:prSet presAssocID="{340438B8-276B-4B9F-B6D4-DFA7F2138463}" presName="LevelOneTextNode" presStyleLbl="node0" presStyleIdx="0" presStyleCnt="1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FFEC24BA-3F05-4A98-B985-BDD5001077C8}" type="pres">
      <dgm:prSet presAssocID="{340438B8-276B-4B9F-B6D4-DFA7F2138463}" presName="level2hierChild" presStyleCnt="0"/>
      <dgm:spPr/>
    </dgm:pt>
    <dgm:pt modelId="{79695F86-036E-438B-8884-91DB0CEB5451}" type="pres">
      <dgm:prSet presAssocID="{EC8DE228-96EB-43F5-9097-8134B8EE8F8B}" presName="conn2-1" presStyleLbl="parChTrans1D2" presStyleIdx="0" presStyleCnt="3"/>
      <dgm:spPr/>
      <dgm:t>
        <a:bodyPr/>
        <a:lstStyle/>
        <a:p>
          <a:endParaRPr lang="fr-FR"/>
        </a:p>
      </dgm:t>
    </dgm:pt>
    <dgm:pt modelId="{0E21790E-97D0-449A-AB7A-1B3BD60FB4BA}" type="pres">
      <dgm:prSet presAssocID="{EC8DE228-96EB-43F5-9097-8134B8EE8F8B}" presName="connTx" presStyleLbl="parChTrans1D2" presStyleIdx="0" presStyleCnt="3"/>
      <dgm:spPr/>
      <dgm:t>
        <a:bodyPr/>
        <a:lstStyle/>
        <a:p>
          <a:endParaRPr lang="fr-FR"/>
        </a:p>
      </dgm:t>
    </dgm:pt>
    <dgm:pt modelId="{9C4DFA6B-52A9-40C9-A3B3-07FECF7237E4}" type="pres">
      <dgm:prSet presAssocID="{21713C2B-A77A-4205-83AD-0811654D95AC}" presName="root2" presStyleCnt="0"/>
      <dgm:spPr/>
    </dgm:pt>
    <dgm:pt modelId="{167BE482-C490-4464-B844-ED583E6D986A}" type="pres">
      <dgm:prSet presAssocID="{21713C2B-A77A-4205-83AD-0811654D95AC}" presName="LevelTwoTextNode" presStyleLbl="node2" presStyleIdx="0" presStyleCnt="3" custScaleX="129451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92298559-C886-432C-84D1-D5EBAB39EDB2}" type="pres">
      <dgm:prSet presAssocID="{21713C2B-A77A-4205-83AD-0811654D95AC}" presName="level3hierChild" presStyleCnt="0"/>
      <dgm:spPr/>
    </dgm:pt>
    <dgm:pt modelId="{CA2A3252-9BAB-4310-A590-85BC4C9ED4A2}" type="pres">
      <dgm:prSet presAssocID="{42B606E9-9E71-44BD-8991-1F014A71A699}" presName="conn2-1" presStyleLbl="parChTrans1D3" presStyleIdx="0" presStyleCnt="3"/>
      <dgm:spPr/>
      <dgm:t>
        <a:bodyPr/>
        <a:lstStyle/>
        <a:p>
          <a:endParaRPr lang="fr-FR"/>
        </a:p>
      </dgm:t>
    </dgm:pt>
    <dgm:pt modelId="{2909CAA7-EFFF-4CC2-B4B7-3F038EA65A64}" type="pres">
      <dgm:prSet presAssocID="{42B606E9-9E71-44BD-8991-1F014A71A699}" presName="connTx" presStyleLbl="parChTrans1D3" presStyleIdx="0" presStyleCnt="3"/>
      <dgm:spPr/>
      <dgm:t>
        <a:bodyPr/>
        <a:lstStyle/>
        <a:p>
          <a:endParaRPr lang="fr-FR"/>
        </a:p>
      </dgm:t>
    </dgm:pt>
    <dgm:pt modelId="{D9E5692A-75D4-4253-8594-7155BB6D52AD}" type="pres">
      <dgm:prSet presAssocID="{DE0FDDA5-CA11-4438-AEFB-05E348843554}" presName="root2" presStyleCnt="0"/>
      <dgm:spPr/>
    </dgm:pt>
    <dgm:pt modelId="{5DA504A1-281C-42B1-8D77-716A8133F3ED}" type="pres">
      <dgm:prSet presAssocID="{DE0FDDA5-CA11-4438-AEFB-05E348843554}" presName="LevelTwoTextNode" presStyleLbl="node3" presStyleIdx="0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879E7E48-C632-46B6-92AF-360E895178C4}" type="pres">
      <dgm:prSet presAssocID="{DE0FDDA5-CA11-4438-AEFB-05E348843554}" presName="level3hierChild" presStyleCnt="0"/>
      <dgm:spPr/>
    </dgm:pt>
    <dgm:pt modelId="{079A413D-028F-4950-93C9-E8AA851AC130}" type="pres">
      <dgm:prSet presAssocID="{4BA9F100-AC33-4165-9219-5AEB16226F80}" presName="conn2-1" presStyleLbl="parChTrans1D2" presStyleIdx="1" presStyleCnt="3"/>
      <dgm:spPr/>
      <dgm:t>
        <a:bodyPr/>
        <a:lstStyle/>
        <a:p>
          <a:endParaRPr lang="fr-FR"/>
        </a:p>
      </dgm:t>
    </dgm:pt>
    <dgm:pt modelId="{34770F34-447A-49BD-88DA-F73B1D22B761}" type="pres">
      <dgm:prSet presAssocID="{4BA9F100-AC33-4165-9219-5AEB16226F80}" presName="connTx" presStyleLbl="parChTrans1D2" presStyleIdx="1" presStyleCnt="3"/>
      <dgm:spPr/>
      <dgm:t>
        <a:bodyPr/>
        <a:lstStyle/>
        <a:p>
          <a:endParaRPr lang="fr-FR"/>
        </a:p>
      </dgm:t>
    </dgm:pt>
    <dgm:pt modelId="{09A14168-61CD-43B3-BBA3-737FDF4B2F80}" type="pres">
      <dgm:prSet presAssocID="{7210B2A3-DA24-478E-A953-6E5BD3948C23}" presName="root2" presStyleCnt="0"/>
      <dgm:spPr/>
    </dgm:pt>
    <dgm:pt modelId="{0D2380AC-E6CE-49E0-A6E8-6826C0D03830}" type="pres">
      <dgm:prSet presAssocID="{7210B2A3-DA24-478E-A953-6E5BD3948C23}" presName="LevelTwoTextNode" presStyleLbl="node2" presStyleIdx="1" presStyleCnt="3" custScaleX="130931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E9EE9130-5217-467E-8D92-AE9249630957}" type="pres">
      <dgm:prSet presAssocID="{7210B2A3-DA24-478E-A953-6E5BD3948C23}" presName="level3hierChild" presStyleCnt="0"/>
      <dgm:spPr/>
    </dgm:pt>
    <dgm:pt modelId="{F9759EB5-F5EB-4AC6-AD37-337253C79572}" type="pres">
      <dgm:prSet presAssocID="{EDB45B19-5E1E-4F0F-BD63-9827019E4971}" presName="conn2-1" presStyleLbl="parChTrans1D3" presStyleIdx="1" presStyleCnt="3"/>
      <dgm:spPr/>
      <dgm:t>
        <a:bodyPr/>
        <a:lstStyle/>
        <a:p>
          <a:endParaRPr lang="fr-FR"/>
        </a:p>
      </dgm:t>
    </dgm:pt>
    <dgm:pt modelId="{AB9983B3-EEA9-43F9-9395-C7B3E32A204D}" type="pres">
      <dgm:prSet presAssocID="{EDB45B19-5E1E-4F0F-BD63-9827019E4971}" presName="connTx" presStyleLbl="parChTrans1D3" presStyleIdx="1" presStyleCnt="3"/>
      <dgm:spPr/>
      <dgm:t>
        <a:bodyPr/>
        <a:lstStyle/>
        <a:p>
          <a:endParaRPr lang="fr-FR"/>
        </a:p>
      </dgm:t>
    </dgm:pt>
    <dgm:pt modelId="{E2E147CE-C44A-4785-B2B3-5BD027857ACA}" type="pres">
      <dgm:prSet presAssocID="{52B4B797-1E2A-406C-9820-A9E3FAB11927}" presName="root2" presStyleCnt="0"/>
      <dgm:spPr/>
    </dgm:pt>
    <dgm:pt modelId="{A373BB20-8E63-4297-99EC-5C8C954C1EDF}" type="pres">
      <dgm:prSet presAssocID="{52B4B797-1E2A-406C-9820-A9E3FAB11927}" presName="LevelTwoTextNode" presStyleLbl="node3" presStyleIdx="1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BF072D93-B53C-4300-8541-05E787772E28}" type="pres">
      <dgm:prSet presAssocID="{52B4B797-1E2A-406C-9820-A9E3FAB11927}" presName="level3hierChild" presStyleCnt="0"/>
      <dgm:spPr/>
    </dgm:pt>
    <dgm:pt modelId="{D63D9EC0-921F-419D-BC98-FE0B2024DA76}" type="pres">
      <dgm:prSet presAssocID="{28555F2A-634D-4F7C-BFB4-0563235AB25D}" presName="conn2-1" presStyleLbl="parChTrans1D2" presStyleIdx="2" presStyleCnt="3"/>
      <dgm:spPr/>
      <dgm:t>
        <a:bodyPr/>
        <a:lstStyle/>
        <a:p>
          <a:endParaRPr lang="fr-FR"/>
        </a:p>
      </dgm:t>
    </dgm:pt>
    <dgm:pt modelId="{ED80F2F2-9878-4398-8449-CE5112A689B1}" type="pres">
      <dgm:prSet presAssocID="{28555F2A-634D-4F7C-BFB4-0563235AB25D}" presName="connTx" presStyleLbl="parChTrans1D2" presStyleIdx="2" presStyleCnt="3"/>
      <dgm:spPr/>
      <dgm:t>
        <a:bodyPr/>
        <a:lstStyle/>
        <a:p>
          <a:endParaRPr lang="fr-FR"/>
        </a:p>
      </dgm:t>
    </dgm:pt>
    <dgm:pt modelId="{B3F1EC1F-EEAD-4BE7-A5E9-6493313D07EE}" type="pres">
      <dgm:prSet presAssocID="{F6B7E406-57FE-4C9F-8A5E-842672D503DD}" presName="root2" presStyleCnt="0"/>
      <dgm:spPr/>
    </dgm:pt>
    <dgm:pt modelId="{D6E82D07-0069-43BA-A7A5-26A289FF9548}" type="pres">
      <dgm:prSet presAssocID="{F6B7E406-57FE-4C9F-8A5E-842672D503DD}" presName="LevelTwoTextNode" presStyleLbl="node2" presStyleIdx="2" presStyleCnt="3" custScaleX="128377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B02A9A6-063C-4E2A-9673-005997F2A3FA}" type="pres">
      <dgm:prSet presAssocID="{F6B7E406-57FE-4C9F-8A5E-842672D503DD}" presName="level3hierChild" presStyleCnt="0"/>
      <dgm:spPr/>
    </dgm:pt>
    <dgm:pt modelId="{32EF523E-A126-47C9-B061-B1F596003FD7}" type="pres">
      <dgm:prSet presAssocID="{0CFC05B0-4C24-4B82-B628-4AFF0A53628D}" presName="conn2-1" presStyleLbl="parChTrans1D3" presStyleIdx="2" presStyleCnt="3"/>
      <dgm:spPr/>
      <dgm:t>
        <a:bodyPr/>
        <a:lstStyle/>
        <a:p>
          <a:endParaRPr lang="fr-FR"/>
        </a:p>
      </dgm:t>
    </dgm:pt>
    <dgm:pt modelId="{AB79CA86-D06E-42FD-9312-1F0910441866}" type="pres">
      <dgm:prSet presAssocID="{0CFC05B0-4C24-4B82-B628-4AFF0A53628D}" presName="connTx" presStyleLbl="parChTrans1D3" presStyleIdx="2" presStyleCnt="3"/>
      <dgm:spPr/>
      <dgm:t>
        <a:bodyPr/>
        <a:lstStyle/>
        <a:p>
          <a:endParaRPr lang="fr-FR"/>
        </a:p>
      </dgm:t>
    </dgm:pt>
    <dgm:pt modelId="{C5C1C308-48C2-46B1-88D6-C07F2F64EC79}" type="pres">
      <dgm:prSet presAssocID="{45E5CA44-26DE-451D-A479-A8B06BAE803F}" presName="root2" presStyleCnt="0"/>
      <dgm:spPr/>
    </dgm:pt>
    <dgm:pt modelId="{DE570A2C-D2C5-401A-A03C-F3C76B8A4777}" type="pres">
      <dgm:prSet presAssocID="{45E5CA44-26DE-451D-A479-A8B06BAE803F}" presName="LevelTwoTextNode" presStyleLbl="node3" presStyleIdx="2" presStyleCnt="3">
        <dgm:presLayoutVars>
          <dgm:chPref val="3"/>
        </dgm:presLayoutVars>
      </dgm:prSet>
      <dgm:spPr/>
      <dgm:t>
        <a:bodyPr/>
        <a:lstStyle/>
        <a:p>
          <a:endParaRPr lang="fr-FR"/>
        </a:p>
      </dgm:t>
    </dgm:pt>
    <dgm:pt modelId="{01B7730D-EDD5-48C2-88E4-939A03BE941D}" type="pres">
      <dgm:prSet presAssocID="{45E5CA44-26DE-451D-A479-A8B06BAE803F}" presName="level3hierChild" presStyleCnt="0"/>
      <dgm:spPr/>
    </dgm:pt>
  </dgm:ptLst>
  <dgm:cxnLst>
    <dgm:cxn modelId="{8239504F-1A35-46D8-BA56-22C79D7ED7B4}" type="presOf" srcId="{4BA9F100-AC33-4165-9219-5AEB16226F80}" destId="{079A413D-028F-4950-93C9-E8AA851AC130}" srcOrd="0" destOrd="0" presId="urn:microsoft.com/office/officeart/2005/8/layout/hierarchy2"/>
    <dgm:cxn modelId="{4C9244B6-D186-4EC0-99C5-7418023CAE06}" type="presOf" srcId="{4BA9F100-AC33-4165-9219-5AEB16226F80}" destId="{34770F34-447A-49BD-88DA-F73B1D22B761}" srcOrd="1" destOrd="0" presId="urn:microsoft.com/office/officeart/2005/8/layout/hierarchy2"/>
    <dgm:cxn modelId="{8FEE55E6-BB17-41E2-BEE5-F87D7C47012D}" type="presOf" srcId="{F6B7E406-57FE-4C9F-8A5E-842672D503DD}" destId="{D6E82D07-0069-43BA-A7A5-26A289FF9548}" srcOrd="0" destOrd="0" presId="urn:microsoft.com/office/officeart/2005/8/layout/hierarchy2"/>
    <dgm:cxn modelId="{2AC90959-8BD3-4F16-8156-3B25E135021D}" type="presOf" srcId="{28555F2A-634D-4F7C-BFB4-0563235AB25D}" destId="{D63D9EC0-921F-419D-BC98-FE0B2024DA76}" srcOrd="0" destOrd="0" presId="urn:microsoft.com/office/officeart/2005/8/layout/hierarchy2"/>
    <dgm:cxn modelId="{8274A9C5-2177-4B51-8A71-46E7061710A6}" srcId="{21713C2B-A77A-4205-83AD-0811654D95AC}" destId="{DE0FDDA5-CA11-4438-AEFB-05E348843554}" srcOrd="0" destOrd="0" parTransId="{42B606E9-9E71-44BD-8991-1F014A71A699}" sibTransId="{B60641C7-E7BC-490D-9789-B3EE3791D3B3}"/>
    <dgm:cxn modelId="{68A067ED-A1BD-4108-9EBE-14FEF83AE00F}" type="presOf" srcId="{7210B2A3-DA24-478E-A953-6E5BD3948C23}" destId="{0D2380AC-E6CE-49E0-A6E8-6826C0D03830}" srcOrd="0" destOrd="0" presId="urn:microsoft.com/office/officeart/2005/8/layout/hierarchy2"/>
    <dgm:cxn modelId="{94A1EF04-A008-407E-A504-9F34A437F124}" srcId="{D810C6D9-EA7E-4908-929E-2996EBA55DAA}" destId="{340438B8-276B-4B9F-B6D4-DFA7F2138463}" srcOrd="0" destOrd="0" parTransId="{B89668CE-866E-4C02-96E3-F01C96FA32B3}" sibTransId="{021A84C4-641F-4A2A-B29C-A6CF497D19AF}"/>
    <dgm:cxn modelId="{5B417FA0-CBFF-436B-B03E-A630E10E61EC}" srcId="{340438B8-276B-4B9F-B6D4-DFA7F2138463}" destId="{7210B2A3-DA24-478E-A953-6E5BD3948C23}" srcOrd="1" destOrd="0" parTransId="{4BA9F100-AC33-4165-9219-5AEB16226F80}" sibTransId="{EEE5D9FB-9A7B-4666-B9DB-6D0625F88162}"/>
    <dgm:cxn modelId="{BCDF38B5-F5FF-42C7-A33F-E3A552888763}" srcId="{340438B8-276B-4B9F-B6D4-DFA7F2138463}" destId="{21713C2B-A77A-4205-83AD-0811654D95AC}" srcOrd="0" destOrd="0" parTransId="{EC8DE228-96EB-43F5-9097-8134B8EE8F8B}" sibTransId="{CDCCA262-16C5-455E-B406-8839ABDD8EE4}"/>
    <dgm:cxn modelId="{F895BE68-6DD3-43FB-9167-1B5520F43799}" type="presOf" srcId="{EC8DE228-96EB-43F5-9097-8134B8EE8F8B}" destId="{79695F86-036E-438B-8884-91DB0CEB5451}" srcOrd="0" destOrd="0" presId="urn:microsoft.com/office/officeart/2005/8/layout/hierarchy2"/>
    <dgm:cxn modelId="{C49C9E01-D4A9-4C71-92E6-B702046E8EA8}" type="presOf" srcId="{340438B8-276B-4B9F-B6D4-DFA7F2138463}" destId="{386DF1A1-199F-4FA4-9701-C627953B9905}" srcOrd="0" destOrd="0" presId="urn:microsoft.com/office/officeart/2005/8/layout/hierarchy2"/>
    <dgm:cxn modelId="{E8AFBAC6-CE67-44E2-A20D-5D4BF5976CB9}" type="presOf" srcId="{0CFC05B0-4C24-4B82-B628-4AFF0A53628D}" destId="{32EF523E-A126-47C9-B061-B1F596003FD7}" srcOrd="0" destOrd="0" presId="urn:microsoft.com/office/officeart/2005/8/layout/hierarchy2"/>
    <dgm:cxn modelId="{54FB4897-ABAF-472C-8D2C-CF8E12FC6A7A}" type="presOf" srcId="{21713C2B-A77A-4205-83AD-0811654D95AC}" destId="{167BE482-C490-4464-B844-ED583E6D986A}" srcOrd="0" destOrd="0" presId="urn:microsoft.com/office/officeart/2005/8/layout/hierarchy2"/>
    <dgm:cxn modelId="{74FED768-5E05-403F-A8A8-D6670D0F9181}" type="presOf" srcId="{EDB45B19-5E1E-4F0F-BD63-9827019E4971}" destId="{AB9983B3-EEA9-43F9-9395-C7B3E32A204D}" srcOrd="1" destOrd="0" presId="urn:microsoft.com/office/officeart/2005/8/layout/hierarchy2"/>
    <dgm:cxn modelId="{8A01E15F-4999-4607-A029-29CA23185AEB}" type="presOf" srcId="{EC8DE228-96EB-43F5-9097-8134B8EE8F8B}" destId="{0E21790E-97D0-449A-AB7A-1B3BD60FB4BA}" srcOrd="1" destOrd="0" presId="urn:microsoft.com/office/officeart/2005/8/layout/hierarchy2"/>
    <dgm:cxn modelId="{4B1C6363-E5FD-4610-A6AF-8D72FA10EB51}" srcId="{7210B2A3-DA24-478E-A953-6E5BD3948C23}" destId="{52B4B797-1E2A-406C-9820-A9E3FAB11927}" srcOrd="0" destOrd="0" parTransId="{EDB45B19-5E1E-4F0F-BD63-9827019E4971}" sibTransId="{8EF1123D-FBE5-4BEB-967B-DD22EA0B22F0}"/>
    <dgm:cxn modelId="{937C3AB5-1DA9-40C7-9330-C258B798B92B}" type="presOf" srcId="{52B4B797-1E2A-406C-9820-A9E3FAB11927}" destId="{A373BB20-8E63-4297-99EC-5C8C954C1EDF}" srcOrd="0" destOrd="0" presId="urn:microsoft.com/office/officeart/2005/8/layout/hierarchy2"/>
    <dgm:cxn modelId="{40C08D0A-F270-40C8-9252-5D02F08C7CA5}" type="presOf" srcId="{42B606E9-9E71-44BD-8991-1F014A71A699}" destId="{CA2A3252-9BAB-4310-A590-85BC4C9ED4A2}" srcOrd="0" destOrd="0" presId="urn:microsoft.com/office/officeart/2005/8/layout/hierarchy2"/>
    <dgm:cxn modelId="{3F4560E7-057E-411C-82A7-0C764445610F}" srcId="{340438B8-276B-4B9F-B6D4-DFA7F2138463}" destId="{F6B7E406-57FE-4C9F-8A5E-842672D503DD}" srcOrd="2" destOrd="0" parTransId="{28555F2A-634D-4F7C-BFB4-0563235AB25D}" sibTransId="{74509D69-72C0-4BF0-986A-02D81EDB1106}"/>
    <dgm:cxn modelId="{2C157893-E993-4E8F-B40C-E8F68F5CC370}" type="presOf" srcId="{DE0FDDA5-CA11-4438-AEFB-05E348843554}" destId="{5DA504A1-281C-42B1-8D77-716A8133F3ED}" srcOrd="0" destOrd="0" presId="urn:microsoft.com/office/officeart/2005/8/layout/hierarchy2"/>
    <dgm:cxn modelId="{33A43E5A-60F8-4875-BCFD-8F01027B9277}" srcId="{F6B7E406-57FE-4C9F-8A5E-842672D503DD}" destId="{45E5CA44-26DE-451D-A479-A8B06BAE803F}" srcOrd="0" destOrd="0" parTransId="{0CFC05B0-4C24-4B82-B628-4AFF0A53628D}" sibTransId="{0B47700C-A71F-41A3-A4F2-513C99A9210D}"/>
    <dgm:cxn modelId="{3146DEA3-42F6-4842-9BAF-9AC618A650B8}" type="presOf" srcId="{D810C6D9-EA7E-4908-929E-2996EBA55DAA}" destId="{62B65193-0DDA-45A5-9E94-29D2B90ACEA1}" srcOrd="0" destOrd="0" presId="urn:microsoft.com/office/officeart/2005/8/layout/hierarchy2"/>
    <dgm:cxn modelId="{F730D6BE-E715-44B2-8B48-BFFC6C7019F5}" type="presOf" srcId="{42B606E9-9E71-44BD-8991-1F014A71A699}" destId="{2909CAA7-EFFF-4CC2-B4B7-3F038EA65A64}" srcOrd="1" destOrd="0" presId="urn:microsoft.com/office/officeart/2005/8/layout/hierarchy2"/>
    <dgm:cxn modelId="{B2FA806E-F934-4DB6-A696-D3B32276170F}" type="presOf" srcId="{EDB45B19-5E1E-4F0F-BD63-9827019E4971}" destId="{F9759EB5-F5EB-4AC6-AD37-337253C79572}" srcOrd="0" destOrd="0" presId="urn:microsoft.com/office/officeart/2005/8/layout/hierarchy2"/>
    <dgm:cxn modelId="{D7B4DE9C-570D-4E74-BEFC-361315EE86DF}" type="presOf" srcId="{28555F2A-634D-4F7C-BFB4-0563235AB25D}" destId="{ED80F2F2-9878-4398-8449-CE5112A689B1}" srcOrd="1" destOrd="0" presId="urn:microsoft.com/office/officeart/2005/8/layout/hierarchy2"/>
    <dgm:cxn modelId="{9AD7B6BA-484C-4710-AD24-6EB5EE39CB0E}" type="presOf" srcId="{45E5CA44-26DE-451D-A479-A8B06BAE803F}" destId="{DE570A2C-D2C5-401A-A03C-F3C76B8A4777}" srcOrd="0" destOrd="0" presId="urn:microsoft.com/office/officeart/2005/8/layout/hierarchy2"/>
    <dgm:cxn modelId="{0405F562-DDBA-437A-B545-278F927B81B2}" type="presOf" srcId="{0CFC05B0-4C24-4B82-B628-4AFF0A53628D}" destId="{AB79CA86-D06E-42FD-9312-1F0910441866}" srcOrd="1" destOrd="0" presId="urn:microsoft.com/office/officeart/2005/8/layout/hierarchy2"/>
    <dgm:cxn modelId="{C70C8AAA-8B19-42B5-869B-2ED31EAB7080}" type="presParOf" srcId="{62B65193-0DDA-45A5-9E94-29D2B90ACEA1}" destId="{5142DA97-C61F-484E-95D9-1F2ED67F8B64}" srcOrd="0" destOrd="0" presId="urn:microsoft.com/office/officeart/2005/8/layout/hierarchy2"/>
    <dgm:cxn modelId="{AB9A24E3-36CC-4E25-B957-AB73538B63EC}" type="presParOf" srcId="{5142DA97-C61F-484E-95D9-1F2ED67F8B64}" destId="{386DF1A1-199F-4FA4-9701-C627953B9905}" srcOrd="0" destOrd="0" presId="urn:microsoft.com/office/officeart/2005/8/layout/hierarchy2"/>
    <dgm:cxn modelId="{2D317D4D-2911-469D-95D4-3FE3929E99E9}" type="presParOf" srcId="{5142DA97-C61F-484E-95D9-1F2ED67F8B64}" destId="{FFEC24BA-3F05-4A98-B985-BDD5001077C8}" srcOrd="1" destOrd="0" presId="urn:microsoft.com/office/officeart/2005/8/layout/hierarchy2"/>
    <dgm:cxn modelId="{27A480A5-DB0B-4EE4-A321-1ECD4F213A8E}" type="presParOf" srcId="{FFEC24BA-3F05-4A98-B985-BDD5001077C8}" destId="{79695F86-036E-438B-8884-91DB0CEB5451}" srcOrd="0" destOrd="0" presId="urn:microsoft.com/office/officeart/2005/8/layout/hierarchy2"/>
    <dgm:cxn modelId="{C4FA3D2E-7256-4C6C-92C2-D451A6CCC2E3}" type="presParOf" srcId="{79695F86-036E-438B-8884-91DB0CEB5451}" destId="{0E21790E-97D0-449A-AB7A-1B3BD60FB4BA}" srcOrd="0" destOrd="0" presId="urn:microsoft.com/office/officeart/2005/8/layout/hierarchy2"/>
    <dgm:cxn modelId="{3DA6E72E-9026-43B1-9543-D89AD87E0F2B}" type="presParOf" srcId="{FFEC24BA-3F05-4A98-B985-BDD5001077C8}" destId="{9C4DFA6B-52A9-40C9-A3B3-07FECF7237E4}" srcOrd="1" destOrd="0" presId="urn:microsoft.com/office/officeart/2005/8/layout/hierarchy2"/>
    <dgm:cxn modelId="{431BB8F7-65AB-4791-AD13-44E3A15140DB}" type="presParOf" srcId="{9C4DFA6B-52A9-40C9-A3B3-07FECF7237E4}" destId="{167BE482-C490-4464-B844-ED583E6D986A}" srcOrd="0" destOrd="0" presId="urn:microsoft.com/office/officeart/2005/8/layout/hierarchy2"/>
    <dgm:cxn modelId="{F2DFB2A7-E943-4D95-AA6C-0DED620FB917}" type="presParOf" srcId="{9C4DFA6B-52A9-40C9-A3B3-07FECF7237E4}" destId="{92298559-C886-432C-84D1-D5EBAB39EDB2}" srcOrd="1" destOrd="0" presId="urn:microsoft.com/office/officeart/2005/8/layout/hierarchy2"/>
    <dgm:cxn modelId="{9CD0C695-4D81-4E73-9DD3-35AD5F31218C}" type="presParOf" srcId="{92298559-C886-432C-84D1-D5EBAB39EDB2}" destId="{CA2A3252-9BAB-4310-A590-85BC4C9ED4A2}" srcOrd="0" destOrd="0" presId="urn:microsoft.com/office/officeart/2005/8/layout/hierarchy2"/>
    <dgm:cxn modelId="{42953CF7-4B4B-4A7E-B016-C1ADB1EB11E5}" type="presParOf" srcId="{CA2A3252-9BAB-4310-A590-85BC4C9ED4A2}" destId="{2909CAA7-EFFF-4CC2-B4B7-3F038EA65A64}" srcOrd="0" destOrd="0" presId="urn:microsoft.com/office/officeart/2005/8/layout/hierarchy2"/>
    <dgm:cxn modelId="{FAA44A89-4253-49BC-BA5F-5143B44255C4}" type="presParOf" srcId="{92298559-C886-432C-84D1-D5EBAB39EDB2}" destId="{D9E5692A-75D4-4253-8594-7155BB6D52AD}" srcOrd="1" destOrd="0" presId="urn:microsoft.com/office/officeart/2005/8/layout/hierarchy2"/>
    <dgm:cxn modelId="{F5048367-99E0-490D-BBC6-DA8F64409981}" type="presParOf" srcId="{D9E5692A-75D4-4253-8594-7155BB6D52AD}" destId="{5DA504A1-281C-42B1-8D77-716A8133F3ED}" srcOrd="0" destOrd="0" presId="urn:microsoft.com/office/officeart/2005/8/layout/hierarchy2"/>
    <dgm:cxn modelId="{B5180B6E-5C49-4EA8-AE05-C6CDB86895B4}" type="presParOf" srcId="{D9E5692A-75D4-4253-8594-7155BB6D52AD}" destId="{879E7E48-C632-46B6-92AF-360E895178C4}" srcOrd="1" destOrd="0" presId="urn:microsoft.com/office/officeart/2005/8/layout/hierarchy2"/>
    <dgm:cxn modelId="{D165EE17-C3A4-4F8B-A656-B9554C1C97C9}" type="presParOf" srcId="{FFEC24BA-3F05-4A98-B985-BDD5001077C8}" destId="{079A413D-028F-4950-93C9-E8AA851AC130}" srcOrd="2" destOrd="0" presId="urn:microsoft.com/office/officeart/2005/8/layout/hierarchy2"/>
    <dgm:cxn modelId="{B487D6F0-3839-4599-9625-8F996B8C7BCD}" type="presParOf" srcId="{079A413D-028F-4950-93C9-E8AA851AC130}" destId="{34770F34-447A-49BD-88DA-F73B1D22B761}" srcOrd="0" destOrd="0" presId="urn:microsoft.com/office/officeart/2005/8/layout/hierarchy2"/>
    <dgm:cxn modelId="{62A1F9FB-B7D1-4120-A84D-22459CBDB7AB}" type="presParOf" srcId="{FFEC24BA-3F05-4A98-B985-BDD5001077C8}" destId="{09A14168-61CD-43B3-BBA3-737FDF4B2F80}" srcOrd="3" destOrd="0" presId="urn:microsoft.com/office/officeart/2005/8/layout/hierarchy2"/>
    <dgm:cxn modelId="{8D8A5A60-2B06-4A3C-A3B7-30115E21903A}" type="presParOf" srcId="{09A14168-61CD-43B3-BBA3-737FDF4B2F80}" destId="{0D2380AC-E6CE-49E0-A6E8-6826C0D03830}" srcOrd="0" destOrd="0" presId="urn:microsoft.com/office/officeart/2005/8/layout/hierarchy2"/>
    <dgm:cxn modelId="{5B90E095-3DAF-4843-BE08-7A868B4CEBD3}" type="presParOf" srcId="{09A14168-61CD-43B3-BBA3-737FDF4B2F80}" destId="{E9EE9130-5217-467E-8D92-AE9249630957}" srcOrd="1" destOrd="0" presId="urn:microsoft.com/office/officeart/2005/8/layout/hierarchy2"/>
    <dgm:cxn modelId="{4D80D6A9-4A37-48C0-86FC-76BC1E409AB3}" type="presParOf" srcId="{E9EE9130-5217-467E-8D92-AE9249630957}" destId="{F9759EB5-F5EB-4AC6-AD37-337253C79572}" srcOrd="0" destOrd="0" presId="urn:microsoft.com/office/officeart/2005/8/layout/hierarchy2"/>
    <dgm:cxn modelId="{0DA0D98C-65D8-45BE-A43B-B0E3BA832E8C}" type="presParOf" srcId="{F9759EB5-F5EB-4AC6-AD37-337253C79572}" destId="{AB9983B3-EEA9-43F9-9395-C7B3E32A204D}" srcOrd="0" destOrd="0" presId="urn:microsoft.com/office/officeart/2005/8/layout/hierarchy2"/>
    <dgm:cxn modelId="{B500E5A7-04CA-4BA2-B9CE-BC8148485861}" type="presParOf" srcId="{E9EE9130-5217-467E-8D92-AE9249630957}" destId="{E2E147CE-C44A-4785-B2B3-5BD027857ACA}" srcOrd="1" destOrd="0" presId="urn:microsoft.com/office/officeart/2005/8/layout/hierarchy2"/>
    <dgm:cxn modelId="{317686E3-CB67-4974-90C0-0886ABF3A276}" type="presParOf" srcId="{E2E147CE-C44A-4785-B2B3-5BD027857ACA}" destId="{A373BB20-8E63-4297-99EC-5C8C954C1EDF}" srcOrd="0" destOrd="0" presId="urn:microsoft.com/office/officeart/2005/8/layout/hierarchy2"/>
    <dgm:cxn modelId="{A2955E14-1CF1-41F8-9306-97D33B742465}" type="presParOf" srcId="{E2E147CE-C44A-4785-B2B3-5BD027857ACA}" destId="{BF072D93-B53C-4300-8541-05E787772E28}" srcOrd="1" destOrd="0" presId="urn:microsoft.com/office/officeart/2005/8/layout/hierarchy2"/>
    <dgm:cxn modelId="{32F208A8-1E11-4218-B219-45D7764BBBF3}" type="presParOf" srcId="{FFEC24BA-3F05-4A98-B985-BDD5001077C8}" destId="{D63D9EC0-921F-419D-BC98-FE0B2024DA76}" srcOrd="4" destOrd="0" presId="urn:microsoft.com/office/officeart/2005/8/layout/hierarchy2"/>
    <dgm:cxn modelId="{C601A9B6-6ACA-4784-8127-7D8015163190}" type="presParOf" srcId="{D63D9EC0-921F-419D-BC98-FE0B2024DA76}" destId="{ED80F2F2-9878-4398-8449-CE5112A689B1}" srcOrd="0" destOrd="0" presId="urn:microsoft.com/office/officeart/2005/8/layout/hierarchy2"/>
    <dgm:cxn modelId="{E8715B29-8DE8-4CB1-9191-A245D96038BD}" type="presParOf" srcId="{FFEC24BA-3F05-4A98-B985-BDD5001077C8}" destId="{B3F1EC1F-EEAD-4BE7-A5E9-6493313D07EE}" srcOrd="5" destOrd="0" presId="urn:microsoft.com/office/officeart/2005/8/layout/hierarchy2"/>
    <dgm:cxn modelId="{A0FE5DC9-30FB-4C79-A295-F9614960964B}" type="presParOf" srcId="{B3F1EC1F-EEAD-4BE7-A5E9-6493313D07EE}" destId="{D6E82D07-0069-43BA-A7A5-26A289FF9548}" srcOrd="0" destOrd="0" presId="urn:microsoft.com/office/officeart/2005/8/layout/hierarchy2"/>
    <dgm:cxn modelId="{AC7A8CCA-C1FB-48B1-AD99-43C10CAC612D}" type="presParOf" srcId="{B3F1EC1F-EEAD-4BE7-A5E9-6493313D07EE}" destId="{0B02A9A6-063C-4E2A-9673-005997F2A3FA}" srcOrd="1" destOrd="0" presId="urn:microsoft.com/office/officeart/2005/8/layout/hierarchy2"/>
    <dgm:cxn modelId="{457C1F40-721B-4C4E-8847-10270A206884}" type="presParOf" srcId="{0B02A9A6-063C-4E2A-9673-005997F2A3FA}" destId="{32EF523E-A126-47C9-B061-B1F596003FD7}" srcOrd="0" destOrd="0" presId="urn:microsoft.com/office/officeart/2005/8/layout/hierarchy2"/>
    <dgm:cxn modelId="{88439FDC-62F3-4EC8-969C-EE54EEA11761}" type="presParOf" srcId="{32EF523E-A126-47C9-B061-B1F596003FD7}" destId="{AB79CA86-D06E-42FD-9312-1F0910441866}" srcOrd="0" destOrd="0" presId="urn:microsoft.com/office/officeart/2005/8/layout/hierarchy2"/>
    <dgm:cxn modelId="{80614332-FA1B-46CD-91AB-E19273E88AF4}" type="presParOf" srcId="{0B02A9A6-063C-4E2A-9673-005997F2A3FA}" destId="{C5C1C308-48C2-46B1-88D6-C07F2F64EC79}" srcOrd="1" destOrd="0" presId="urn:microsoft.com/office/officeart/2005/8/layout/hierarchy2"/>
    <dgm:cxn modelId="{1907DDED-7312-489E-AC06-3A81734F94CE}" type="presParOf" srcId="{C5C1C308-48C2-46B1-88D6-C07F2F64EC79}" destId="{DE570A2C-D2C5-401A-A03C-F3C76B8A4777}" srcOrd="0" destOrd="0" presId="urn:microsoft.com/office/officeart/2005/8/layout/hierarchy2"/>
    <dgm:cxn modelId="{93FBB172-7DB2-4A22-B36C-4B09D1BBE9FA}" type="presParOf" srcId="{C5C1C308-48C2-46B1-88D6-C07F2F64EC79}" destId="{01B7730D-EDD5-48C2-88E4-939A03BE941D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5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BBE279D3-CFB4-4149-A42F-597C33879296}" type="doc">
      <dgm:prSet loTypeId="urn:microsoft.com/office/officeart/2005/8/layout/hierarchy2" loCatId="hierarchy" qsTypeId="urn:microsoft.com/office/officeart/2005/8/quickstyle/simple2" qsCatId="simple" csTypeId="urn:microsoft.com/office/officeart/2005/8/colors/colorful4" csCatId="colorful" phldr="1"/>
      <dgm:spPr/>
      <dgm:t>
        <a:bodyPr/>
        <a:lstStyle/>
        <a:p>
          <a:endParaRPr lang="fr-FR"/>
        </a:p>
      </dgm:t>
    </dgm:pt>
    <dgm:pt modelId="{16932385-3995-4B09-A15A-6ECB4FF8D2AE}" type="pres">
      <dgm:prSet presAssocID="{BBE279D3-CFB4-4149-A42F-597C3387929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lstStyle/>
        <a:p>
          <a:endParaRPr lang="fr-FR"/>
        </a:p>
      </dgm:t>
    </dgm:pt>
  </dgm:ptLst>
  <dgm:cxnLst>
    <dgm:cxn modelId="{020DC516-06E2-46B6-890D-2870BE79D577}" type="presOf" srcId="{BBE279D3-CFB4-4149-A42F-597C33879296}" destId="{16932385-3995-4B09-A15A-6ECB4FF8D2AE}" srcOrd="0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0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BBE279D3-CFB4-4149-A42F-597C33879296}" type="doc">
      <dgm:prSet loTypeId="urn:microsoft.com/office/officeart/2005/8/layout/hierarchy2" loCatId="hierarchy" qsTypeId="urn:microsoft.com/office/officeart/2005/8/quickstyle/simple2" qsCatId="simple" csTypeId="urn:microsoft.com/office/officeart/2005/8/colors/colorful4" csCatId="colorful" phldr="1"/>
      <dgm:spPr/>
      <dgm:t>
        <a:bodyPr/>
        <a:p>
          <a:endParaRPr lang="fr-FR"/>
        </a:p>
      </dgm:t>
    </dgm:pt>
    <dgm:pt modelId="{1E4D7F0F-8D99-4D91-97B9-B25E7F9D1AED}">
      <dgm:prSet phldrT="[Texte]"/>
      <dgm:spPr/>
      <dgm:t>
        <a:bodyPr/>
        <a:p>
          <a:r>
            <a:rPr lang="fr-FR"/>
            <a:t>ESP32</a:t>
          </a:r>
        </a:p>
      </dgm:t>
    </dgm:pt>
    <dgm:pt modelId="{4BD14020-91AB-47E7-BAF3-35F1CF68EA21}" cxnId="{0A6ED786-42AC-4AA7-8D17-BE1E39AA57D9}" type="parTrans">
      <dgm:prSet/>
      <dgm:spPr/>
      <dgm:t>
        <a:bodyPr/>
        <a:p>
          <a:endParaRPr lang="fr-FR"/>
        </a:p>
      </dgm:t>
    </dgm:pt>
    <dgm:pt modelId="{197E3709-0FA7-4FD9-ADBB-3690B6006CF9}" cxnId="{0A6ED786-42AC-4AA7-8D17-BE1E39AA57D9}" type="sibTrans">
      <dgm:prSet/>
      <dgm:spPr/>
      <dgm:t>
        <a:bodyPr/>
        <a:p>
          <a:endParaRPr lang="fr-FR"/>
        </a:p>
      </dgm:t>
    </dgm:pt>
    <dgm:pt modelId="{A18090F7-1B6E-4616-ABCB-26F60E353BFD}">
      <dgm:prSet phldrT="[Texte]"/>
      <dgm:spPr/>
      <dgm:t>
        <a:bodyPr/>
        <a:p>
          <a:r>
            <a:rPr lang="fr-FR"/>
            <a:t>L298N  </a:t>
          </a:r>
        </a:p>
      </dgm:t>
    </dgm:pt>
    <dgm:pt modelId="{B3265FEC-B1D3-473E-9E61-7C92BF8F281E}" cxnId="{8BEE73BC-7128-406E-BBB4-234D3EF14C43}" type="parTrans">
      <dgm:prSet/>
      <dgm:spPr/>
      <dgm:t>
        <a:bodyPr/>
        <a:p>
          <a:endParaRPr lang="fr-FR"/>
        </a:p>
      </dgm:t>
    </dgm:pt>
    <dgm:pt modelId="{34640A1B-C74B-4F94-8247-FD7E1CC20FD3}" cxnId="{8BEE73BC-7128-406E-BBB4-234D3EF14C43}" type="sibTrans">
      <dgm:prSet/>
      <dgm:spPr/>
      <dgm:t>
        <a:bodyPr/>
        <a:p>
          <a:endParaRPr lang="fr-FR"/>
        </a:p>
      </dgm:t>
    </dgm:pt>
    <dgm:pt modelId="{B990E173-72B7-40DB-823B-768AB009B6EB}">
      <dgm:prSet phldrT="[Texte]"/>
      <dgm:spPr/>
      <dgm:t>
        <a:bodyPr/>
        <a:p>
          <a:r>
            <a:rPr lang="fr-FR"/>
            <a:t>Flamme G/C/D</a:t>
          </a:r>
        </a:p>
      </dgm:t>
    </dgm:pt>
    <dgm:pt modelId="{BE78685E-13BD-40D0-B9ED-D316C4200DD8}" cxnId="{D7BE6BD6-5C67-4DA1-A46A-B791F6AD882C}" type="parTrans">
      <dgm:prSet/>
      <dgm:spPr/>
      <dgm:t>
        <a:bodyPr/>
        <a:p>
          <a:endParaRPr lang="fr-FR"/>
        </a:p>
      </dgm:t>
    </dgm:pt>
    <dgm:pt modelId="{9BFD1BA6-A45E-4CB0-A86F-269092789F4E}" cxnId="{D7BE6BD6-5C67-4DA1-A46A-B791F6AD882C}" type="sibTrans">
      <dgm:prSet/>
      <dgm:spPr/>
      <dgm:t>
        <a:bodyPr/>
        <a:p>
          <a:endParaRPr lang="fr-FR"/>
        </a:p>
      </dgm:t>
    </dgm:pt>
    <dgm:pt modelId="{B660BF61-4766-4A34-A3D1-B05A05D78C94}">
      <dgm:prSet phldrT="[Texte]"/>
      <dgm:spPr/>
      <dgm:t>
        <a:bodyPr/>
        <a:p>
          <a:r>
            <a:rPr lang="fr-FR"/>
            <a:t>ultrason</a:t>
          </a:r>
        </a:p>
      </dgm:t>
    </dgm:pt>
    <dgm:pt modelId="{0120B958-D63A-4025-86FA-61494F2DB591}" cxnId="{59656F4A-B401-4AA7-A739-0CF63C551A03}" type="parTrans">
      <dgm:prSet/>
      <dgm:spPr/>
      <dgm:t>
        <a:bodyPr/>
        <a:p>
          <a:endParaRPr lang="fr-FR"/>
        </a:p>
      </dgm:t>
    </dgm:pt>
    <dgm:pt modelId="{E16047C2-051D-48BC-9998-36B3148504B3}" cxnId="{59656F4A-B401-4AA7-A739-0CF63C551A03}" type="sibTrans">
      <dgm:prSet/>
      <dgm:spPr/>
      <dgm:t>
        <a:bodyPr/>
        <a:p>
          <a:endParaRPr lang="fr-FR"/>
        </a:p>
      </dgm:t>
    </dgm:pt>
    <dgm:pt modelId="{09EC9071-8141-4726-9A55-CB5C7F514599}">
      <dgm:prSet phldrT="[Texte]"/>
      <dgm:spPr/>
      <dgm:t>
        <a:bodyPr/>
        <a:p>
          <a:r>
            <a:rPr lang="fr-FR"/>
            <a:t>Capteurs</a:t>
          </a:r>
        </a:p>
      </dgm:t>
    </dgm:pt>
    <dgm:pt modelId="{01A1B9A3-4C45-44FD-A2E9-DF60255D719B}" cxnId="{2AE5823B-2B4E-4E72-88E0-DF65DEC0942F}" type="parTrans">
      <dgm:prSet/>
      <dgm:spPr/>
      <dgm:t>
        <a:bodyPr/>
        <a:p>
          <a:endParaRPr lang="fr-FR"/>
        </a:p>
      </dgm:t>
    </dgm:pt>
    <dgm:pt modelId="{C679C943-0C61-4F78-B7C6-0B7085F7109A}" cxnId="{2AE5823B-2B4E-4E72-88E0-DF65DEC0942F}" type="sibTrans">
      <dgm:prSet/>
      <dgm:spPr/>
      <dgm:t>
        <a:bodyPr/>
        <a:p>
          <a:endParaRPr lang="fr-FR"/>
        </a:p>
      </dgm:t>
    </dgm:pt>
    <dgm:pt modelId="{1F0B00FA-A811-4FFD-B409-4BC58DDB4CEB}">
      <dgm:prSet phldrT="[Texte]"/>
      <dgm:spPr/>
      <dgm:t>
        <a:bodyPr/>
        <a:p>
          <a:r>
            <a:rPr lang="fr-FR"/>
            <a:t>Gaz </a:t>
          </a:r>
        </a:p>
      </dgm:t>
    </dgm:pt>
    <dgm:pt modelId="{F91866E7-993E-4391-BCA0-0B4164507476}" cxnId="{48D441B0-0FAE-49F3-A9ED-E6D59316F628}" type="parTrans">
      <dgm:prSet/>
      <dgm:spPr/>
      <dgm:t>
        <a:bodyPr/>
        <a:p>
          <a:endParaRPr lang="fr-FR"/>
        </a:p>
      </dgm:t>
    </dgm:pt>
    <dgm:pt modelId="{27CCA084-E359-412B-A18F-1354F0D7EAB5}" cxnId="{48D441B0-0FAE-49F3-A9ED-E6D59316F628}" type="sibTrans">
      <dgm:prSet/>
      <dgm:spPr/>
      <dgm:t>
        <a:bodyPr/>
        <a:p>
          <a:endParaRPr lang="fr-FR"/>
        </a:p>
      </dgm:t>
    </dgm:pt>
    <dgm:pt modelId="{09D6B5F9-5427-4920-9979-A2962DBA8144}">
      <dgm:prSet phldrT="[Texte]"/>
      <dgm:spPr/>
      <dgm:t>
        <a:bodyPr/>
        <a:p>
          <a:r>
            <a:rPr lang="fr-FR"/>
            <a:t>MOSFET</a:t>
          </a:r>
        </a:p>
      </dgm:t>
    </dgm:pt>
    <dgm:pt modelId="{5806F837-D0CB-40D9-B235-F93164F3EF89}" cxnId="{5ABC76EA-7B08-49B3-892F-1ABB8AA9D638}" type="parTrans">
      <dgm:prSet/>
      <dgm:spPr/>
      <dgm:t>
        <a:bodyPr/>
        <a:p>
          <a:endParaRPr lang="fr-FR"/>
        </a:p>
      </dgm:t>
    </dgm:pt>
    <dgm:pt modelId="{529D2545-8461-4224-949D-0EDD430006D0}" cxnId="{5ABC76EA-7B08-49B3-892F-1ABB8AA9D638}" type="sibTrans">
      <dgm:prSet/>
      <dgm:spPr/>
      <dgm:t>
        <a:bodyPr/>
        <a:p>
          <a:endParaRPr lang="fr-FR"/>
        </a:p>
      </dgm:t>
    </dgm:pt>
    <dgm:pt modelId="{0692D852-71DE-4163-848F-7D991ED15F03}">
      <dgm:prSet phldrT="[Texte]"/>
      <dgm:spPr/>
      <dgm:t>
        <a:bodyPr/>
        <a:p>
          <a:r>
            <a:rPr lang="fr-FR"/>
            <a:t>Pompe </a:t>
          </a:r>
        </a:p>
      </dgm:t>
    </dgm:pt>
    <dgm:pt modelId="{61D15A8C-DE70-431E-A185-41E5F68DF62B}" cxnId="{A6BF4493-F663-4538-BAB8-FB3D02CDA17C}" type="parTrans">
      <dgm:prSet/>
      <dgm:spPr/>
      <dgm:t>
        <a:bodyPr/>
        <a:p>
          <a:endParaRPr lang="fr-FR"/>
        </a:p>
      </dgm:t>
    </dgm:pt>
    <dgm:pt modelId="{D5B1D0C8-7884-42A6-A04D-603A3AEF0F3F}" cxnId="{A6BF4493-F663-4538-BAB8-FB3D02CDA17C}" type="sibTrans">
      <dgm:prSet/>
      <dgm:spPr/>
      <dgm:t>
        <a:bodyPr/>
        <a:p>
          <a:endParaRPr lang="fr-FR"/>
        </a:p>
      </dgm:t>
    </dgm:pt>
    <dgm:pt modelId="{BFDF0694-2BFF-4268-AF2D-824CE5E9673F}">
      <dgm:prSet phldrT="[Texte]"/>
      <dgm:spPr/>
      <dgm:t>
        <a:bodyPr/>
        <a:p>
          <a:r>
            <a:rPr lang="fr-FR"/>
            <a:t>GND</a:t>
          </a:r>
        </a:p>
      </dgm:t>
    </dgm:pt>
    <dgm:pt modelId="{275D8E2A-A732-4431-8B39-195A0A57FBD0}" cxnId="{64817A76-7A5D-4C7C-B31E-16E50E478CA8}" type="parTrans">
      <dgm:prSet/>
      <dgm:spPr/>
      <dgm:t>
        <a:bodyPr/>
        <a:p>
          <a:endParaRPr lang="fr-FR"/>
        </a:p>
      </dgm:t>
    </dgm:pt>
    <dgm:pt modelId="{625781A5-7779-4CE7-A455-169B70D4C3E0}" cxnId="{64817A76-7A5D-4C7C-B31E-16E50E478CA8}" type="sibTrans">
      <dgm:prSet/>
      <dgm:spPr/>
      <dgm:t>
        <a:bodyPr/>
        <a:p>
          <a:endParaRPr lang="fr-FR"/>
        </a:p>
      </dgm:t>
    </dgm:pt>
    <dgm:pt modelId="{67492D87-B7F6-4EFA-9810-A72334913C20}">
      <dgm:prSet phldrT="[Texte]"/>
      <dgm:spPr/>
      <dgm:t>
        <a:bodyPr/>
        <a:p>
          <a:r>
            <a:rPr lang="fr-FR"/>
            <a:t>Moteurs D/G </a:t>
          </a:r>
        </a:p>
      </dgm:t>
    </dgm:pt>
    <dgm:pt modelId="{19DEEAA0-A0B7-4712-AEC1-1D4EBB135A66}" cxnId="{41545654-D1A0-4C57-8E8E-58A79C9B11E1}" type="parTrans">
      <dgm:prSet/>
      <dgm:spPr/>
      <dgm:t>
        <a:bodyPr/>
        <a:p>
          <a:endParaRPr lang="fr-FR"/>
        </a:p>
      </dgm:t>
    </dgm:pt>
    <dgm:pt modelId="{419E2C9F-DB35-4A27-AF69-30B23B63CF07}" cxnId="{41545654-D1A0-4C57-8E8E-58A79C9B11E1}" type="sibTrans">
      <dgm:prSet/>
      <dgm:spPr/>
      <dgm:t>
        <a:bodyPr/>
        <a:p>
          <a:endParaRPr lang="fr-FR"/>
        </a:p>
      </dgm:t>
    </dgm:pt>
    <dgm:pt modelId="{D69E6409-F461-42C9-9BF9-86170ABB8454}">
      <dgm:prSet phldrT="[Texte]"/>
      <dgm:spPr/>
      <dgm:t>
        <a:bodyPr/>
        <a:p>
          <a:r>
            <a:rPr lang="fr-FR"/>
            <a:t>batterie</a:t>
          </a:r>
        </a:p>
      </dgm:t>
    </dgm:pt>
    <dgm:pt modelId="{C242765C-1F09-484A-904F-0246FE3CBD0C}" cxnId="{CB1C10DA-8D96-4A5C-B826-F4E86BA7EEB8}" type="parTrans">
      <dgm:prSet/>
      <dgm:spPr/>
      <dgm:t>
        <a:bodyPr/>
        <a:p>
          <a:endParaRPr lang="fr-FR"/>
        </a:p>
      </dgm:t>
    </dgm:pt>
    <dgm:pt modelId="{E0BD3A75-0A4F-49B7-826D-22369D074E44}" cxnId="{CB1C10DA-8D96-4A5C-B826-F4E86BA7EEB8}" type="sibTrans">
      <dgm:prSet/>
      <dgm:spPr/>
      <dgm:t>
        <a:bodyPr/>
        <a:p>
          <a:endParaRPr lang="fr-FR"/>
        </a:p>
      </dgm:t>
    </dgm:pt>
    <dgm:pt modelId="{17BC0909-D2FB-4798-A75D-5C79E55F9E07}">
      <dgm:prSet phldrT="[Texte]">
        <dgm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dgm:style>
      </dgm:prSet>
      <dgm:spPr/>
      <dgm:t>
        <a:bodyPr/>
        <a:p>
          <a:r>
            <a:rPr lang="fr-FR"/>
            <a:t>batterie</a:t>
          </a:r>
        </a:p>
      </dgm:t>
    </dgm:pt>
    <dgm:pt modelId="{72A0F77A-53CD-4AF5-8EAB-B17BF98C2343}" cxnId="{66217A89-15E0-4164-91FF-75A2273DFF73}" type="parTrans">
      <dgm:prSet/>
      <dgm:spPr/>
      <dgm:t>
        <a:bodyPr/>
        <a:p>
          <a:endParaRPr lang="fr-FR"/>
        </a:p>
      </dgm:t>
    </dgm:pt>
    <dgm:pt modelId="{44906869-F52A-470B-B5B7-B923D84C7076}" cxnId="{66217A89-15E0-4164-91FF-75A2273DFF73}" type="sibTrans">
      <dgm:prSet/>
      <dgm:spPr/>
      <dgm:t>
        <a:bodyPr/>
        <a:p>
          <a:endParaRPr lang="fr-FR"/>
        </a:p>
      </dgm:t>
    </dgm:pt>
    <dgm:pt modelId="{16932385-3995-4B09-A15A-6ECB4FF8D2AE}" type="pres">
      <dgm:prSet presAssocID="{BBE279D3-CFB4-4149-A42F-597C33879296}" presName="diagram" presStyleCnt="0">
        <dgm:presLayoutVars>
          <dgm:chPref val="1"/>
          <dgm:dir/>
          <dgm:animOne val="branch"/>
          <dgm:animLvl val="lvl"/>
          <dgm:resizeHandles val="exact"/>
        </dgm:presLayoutVars>
      </dgm:prSet>
      <dgm:spPr/>
      <dgm:t>
        <a:bodyPr/>
        <a:p>
          <a:endParaRPr lang="fr-FR"/>
        </a:p>
      </dgm:t>
    </dgm:pt>
    <dgm:pt modelId="{C0F6EB72-4090-4F92-A436-2BB6A43D87E0}" type="pres">
      <dgm:prSet presAssocID="{D69E6409-F461-42C9-9BF9-86170ABB8454}" presName="root1" presStyleCnt="0"/>
      <dgm:spPr/>
    </dgm:pt>
    <dgm:pt modelId="{823334C1-F647-447B-B3DE-392A1E72AD33}" type="pres">
      <dgm:prSet presAssocID="{D69E6409-F461-42C9-9BF9-86170ABB8454}" presName="LevelOneTextNode" presStyleLbl="node0" presStyleIdx="0" presStyleCnt="1" custLinFactNeighborX="-37735" custLinFactNeighborY="-42538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A1400E75-5DB3-4C36-8EA2-5FA6C24943EC}" type="pres">
      <dgm:prSet presAssocID="{D69E6409-F461-42C9-9BF9-86170ABB8454}" presName="level2hierChild" presStyleCnt="0"/>
      <dgm:spPr/>
    </dgm:pt>
    <dgm:pt modelId="{38ADE114-F734-45D3-9B8A-53CA81170EF0}" type="pres">
      <dgm:prSet presAssocID="{4BD14020-91AB-47E7-BAF3-35F1CF68EA21}" presName="conn2-1" presStyleLbl="parChTrans1D2" presStyleIdx="0" presStyleCnt="1"/>
      <dgm:spPr/>
      <dgm:t>
        <a:bodyPr/>
        <a:p>
          <a:endParaRPr lang="fr-FR"/>
        </a:p>
      </dgm:t>
    </dgm:pt>
    <dgm:pt modelId="{61FFDFDD-C1CB-4197-B319-689F66867D42}" type="pres">
      <dgm:prSet presAssocID="{4BD14020-91AB-47E7-BAF3-35F1CF68EA21}" presName="connTx" presStyleLbl="parChTrans1D2" presStyleIdx="0" presStyleCnt="1"/>
      <dgm:spPr/>
      <dgm:t>
        <a:bodyPr/>
        <a:p>
          <a:endParaRPr lang="fr-FR"/>
        </a:p>
      </dgm:t>
    </dgm:pt>
    <dgm:pt modelId="{F60F705F-2460-43BC-8AB4-C7159DB92CEE}" type="pres">
      <dgm:prSet presAssocID="{1E4D7F0F-8D99-4D91-97B9-B25E7F9D1AED}" presName="root2" presStyleCnt="0"/>
      <dgm:spPr/>
    </dgm:pt>
    <dgm:pt modelId="{4C9839A0-DBBA-465E-9783-3B96242A28B7}" type="pres">
      <dgm:prSet presAssocID="{1E4D7F0F-8D99-4D91-97B9-B25E7F9D1AED}" presName="LevelTwoTextNode" presStyleLbl="node2" presStyleIdx="0" presStyleCnt="1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3292949C-F248-45CB-9F13-F200A31E3A41}" type="pres">
      <dgm:prSet presAssocID="{1E4D7F0F-8D99-4D91-97B9-B25E7F9D1AED}" presName="level3hierChild" presStyleCnt="0"/>
      <dgm:spPr/>
    </dgm:pt>
    <dgm:pt modelId="{F3A0EF68-E8A4-4BC9-8589-F781B927D3F8}" type="pres">
      <dgm:prSet presAssocID="{B3265FEC-B1D3-473E-9E61-7C92BF8F281E}" presName="conn2-1" presStyleLbl="parChTrans1D3" presStyleIdx="0" presStyleCnt="2"/>
      <dgm:spPr/>
      <dgm:t>
        <a:bodyPr/>
        <a:p>
          <a:endParaRPr lang="fr-FR"/>
        </a:p>
      </dgm:t>
    </dgm:pt>
    <dgm:pt modelId="{5AB9BB05-0461-4999-B750-CD6E37E6416E}" type="pres">
      <dgm:prSet presAssocID="{B3265FEC-B1D3-473E-9E61-7C92BF8F281E}" presName="connTx" presStyleLbl="parChTrans1D3" presStyleIdx="0" presStyleCnt="2"/>
      <dgm:spPr/>
      <dgm:t>
        <a:bodyPr/>
        <a:p>
          <a:endParaRPr lang="fr-FR"/>
        </a:p>
      </dgm:t>
    </dgm:pt>
    <dgm:pt modelId="{2DA08327-1198-44EC-A12F-4DEDDCB8C8FE}" type="pres">
      <dgm:prSet presAssocID="{A18090F7-1B6E-4616-ABCB-26F60E353BFD}" presName="root2" presStyleCnt="0"/>
      <dgm:spPr/>
    </dgm:pt>
    <dgm:pt modelId="{F55AFE8A-FC05-4717-9C74-5F0F76BD6F0A}" type="pres">
      <dgm:prSet presAssocID="{A18090F7-1B6E-4616-ABCB-26F60E353BFD}" presName="LevelTwoTextNode" presStyleLbl="node3" presStyleIdx="0" presStyleCnt="2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FB5697F6-BF37-443B-8ADF-6655C72E6B04}" type="pres">
      <dgm:prSet presAssocID="{A18090F7-1B6E-4616-ABCB-26F60E353BFD}" presName="level3hierChild" presStyleCnt="0"/>
      <dgm:spPr/>
    </dgm:pt>
    <dgm:pt modelId="{D1C4D424-8180-4A5D-A317-BDD4B9ABA069}" type="pres">
      <dgm:prSet presAssocID="{72A0F77A-53CD-4AF5-8EAB-B17BF98C2343}" presName="conn2-1" presStyleLbl="parChTrans1D4" presStyleIdx="0" presStyleCnt="8"/>
      <dgm:spPr/>
      <dgm:t>
        <a:bodyPr/>
        <a:p>
          <a:endParaRPr lang="fr-FR"/>
        </a:p>
      </dgm:t>
    </dgm:pt>
    <dgm:pt modelId="{0BFBF50B-5B41-43B7-A41F-7DC8EF7DCFAE}" type="pres">
      <dgm:prSet presAssocID="{72A0F77A-53CD-4AF5-8EAB-B17BF98C2343}" presName="connTx" presStyleLbl="parChTrans1D4" presStyleIdx="0" presStyleCnt="8"/>
      <dgm:spPr/>
      <dgm:t>
        <a:bodyPr/>
        <a:p>
          <a:endParaRPr lang="fr-FR"/>
        </a:p>
      </dgm:t>
    </dgm:pt>
    <dgm:pt modelId="{DF2CE411-C617-4320-B1D3-04B1BCBCED29}" type="pres">
      <dgm:prSet presAssocID="{17BC0909-D2FB-4798-A75D-5C79E55F9E07}" presName="root2" presStyleCnt="0"/>
      <dgm:spPr/>
    </dgm:pt>
    <dgm:pt modelId="{36AC392A-373D-4FEC-ADEE-1AFD27EC4155}" type="pres">
      <dgm:prSet presAssocID="{17BC0909-D2FB-4798-A75D-5C79E55F9E07}" presName="LevelTwoTextNode" presStyleLbl="node4" presStyleIdx="0" presStyleCnt="8" custLinFactNeighborX="-15448" custLinFactNeighborY="-63856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8D319BD4-CF9C-4051-A844-DFC7BA442C2C}" type="pres">
      <dgm:prSet presAssocID="{17BC0909-D2FB-4798-A75D-5C79E55F9E07}" presName="level3hierChild" presStyleCnt="0"/>
      <dgm:spPr/>
    </dgm:pt>
    <dgm:pt modelId="{DA078C2B-90D9-4DD0-A1A7-7AB04524DE77}" type="pres">
      <dgm:prSet presAssocID="{19DEEAA0-A0B7-4712-AEC1-1D4EBB135A66}" presName="conn2-1" presStyleLbl="parChTrans1D4" presStyleIdx="1" presStyleCnt="8"/>
      <dgm:spPr/>
      <dgm:t>
        <a:bodyPr/>
        <a:p>
          <a:endParaRPr lang="fr-FR"/>
        </a:p>
      </dgm:t>
    </dgm:pt>
    <dgm:pt modelId="{CA39DFC4-A01B-40B6-95A2-ACE73516890F}" type="pres">
      <dgm:prSet presAssocID="{19DEEAA0-A0B7-4712-AEC1-1D4EBB135A66}" presName="connTx" presStyleLbl="parChTrans1D4" presStyleIdx="1" presStyleCnt="8"/>
      <dgm:spPr/>
      <dgm:t>
        <a:bodyPr/>
        <a:p>
          <a:endParaRPr lang="fr-FR"/>
        </a:p>
      </dgm:t>
    </dgm:pt>
    <dgm:pt modelId="{A45147AB-52D5-4BD3-B798-0C4D21F01B21}" type="pres">
      <dgm:prSet presAssocID="{67492D87-B7F6-4EFA-9810-A72334913C20}" presName="root2" presStyleCnt="0"/>
      <dgm:spPr/>
    </dgm:pt>
    <dgm:pt modelId="{08CF2B13-5F1D-4F67-8E3D-72D1BABC2BB4}" type="pres">
      <dgm:prSet presAssocID="{67492D87-B7F6-4EFA-9810-A72334913C20}" presName="LevelTwoTextNode" presStyleLbl="node4" presStyleIdx="1" presStyleCnt="8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7FAC585E-5AB9-453C-8C17-B10F170DB9D6}" type="pres">
      <dgm:prSet presAssocID="{67492D87-B7F6-4EFA-9810-A72334913C20}" presName="level3hierChild" presStyleCnt="0"/>
      <dgm:spPr/>
    </dgm:pt>
    <dgm:pt modelId="{60E36411-5FCF-4126-AD78-83DC134E33CE}" type="pres">
      <dgm:prSet presAssocID="{01A1B9A3-4C45-44FD-A2E9-DF60255D719B}" presName="conn2-1" presStyleLbl="parChTrans1D3" presStyleIdx="1" presStyleCnt="2"/>
      <dgm:spPr/>
      <dgm:t>
        <a:bodyPr/>
        <a:p>
          <a:endParaRPr lang="fr-FR"/>
        </a:p>
      </dgm:t>
    </dgm:pt>
    <dgm:pt modelId="{DB91D086-C196-46C2-85C0-FF790C0FD681}" type="pres">
      <dgm:prSet presAssocID="{01A1B9A3-4C45-44FD-A2E9-DF60255D719B}" presName="connTx" presStyleLbl="parChTrans1D3" presStyleIdx="1" presStyleCnt="2"/>
      <dgm:spPr/>
      <dgm:t>
        <a:bodyPr/>
        <a:p>
          <a:endParaRPr lang="fr-FR"/>
        </a:p>
      </dgm:t>
    </dgm:pt>
    <dgm:pt modelId="{7B4ABB5A-37F0-4CF4-B419-A959558EECC0}" type="pres">
      <dgm:prSet presAssocID="{09EC9071-8141-4726-9A55-CB5C7F514599}" presName="root2" presStyleCnt="0"/>
      <dgm:spPr/>
    </dgm:pt>
    <dgm:pt modelId="{98DB553B-E66B-4926-B95E-2CB08FE0BE52}" type="pres">
      <dgm:prSet presAssocID="{09EC9071-8141-4726-9A55-CB5C7F514599}" presName="LevelTwoTextNode" presStyleLbl="node3" presStyleIdx="1" presStyleCnt="2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FE95224E-E3AE-48BB-80C6-A20C27FB7749}" type="pres">
      <dgm:prSet presAssocID="{09EC9071-8141-4726-9A55-CB5C7F514599}" presName="level3hierChild" presStyleCnt="0"/>
      <dgm:spPr/>
    </dgm:pt>
    <dgm:pt modelId="{CCF8837F-E683-4C96-ABF9-4B06502476FE}" type="pres">
      <dgm:prSet presAssocID="{BE78685E-13BD-40D0-B9ED-D316C4200DD8}" presName="conn2-1" presStyleLbl="parChTrans1D4" presStyleIdx="2" presStyleCnt="8"/>
      <dgm:spPr/>
      <dgm:t>
        <a:bodyPr/>
        <a:p>
          <a:endParaRPr lang="fr-FR"/>
        </a:p>
      </dgm:t>
    </dgm:pt>
    <dgm:pt modelId="{62E6AD64-28CA-4884-9149-0D8600AF92E3}" type="pres">
      <dgm:prSet presAssocID="{BE78685E-13BD-40D0-B9ED-D316C4200DD8}" presName="connTx" presStyleLbl="parChTrans1D4" presStyleIdx="2" presStyleCnt="8"/>
      <dgm:spPr/>
      <dgm:t>
        <a:bodyPr/>
        <a:p>
          <a:endParaRPr lang="fr-FR"/>
        </a:p>
      </dgm:t>
    </dgm:pt>
    <dgm:pt modelId="{F6841A32-D13F-4164-9D9D-B6A24A4BEDCC}" type="pres">
      <dgm:prSet presAssocID="{B990E173-72B7-40DB-823B-768AB009B6EB}" presName="root2" presStyleCnt="0"/>
      <dgm:spPr/>
    </dgm:pt>
    <dgm:pt modelId="{AFDE17D2-DB69-40D8-91F6-2BDB93B06A9C}" type="pres">
      <dgm:prSet presAssocID="{B990E173-72B7-40DB-823B-768AB009B6EB}" presName="LevelTwoTextNode" presStyleLbl="node4" presStyleIdx="2" presStyleCnt="8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87B2E091-D9A6-4AF9-8621-D7C9B3E81C71}" type="pres">
      <dgm:prSet presAssocID="{B990E173-72B7-40DB-823B-768AB009B6EB}" presName="level3hierChild" presStyleCnt="0"/>
      <dgm:spPr/>
    </dgm:pt>
    <dgm:pt modelId="{2D1ED9CC-1939-4948-8991-65DEE479B689}" type="pres">
      <dgm:prSet presAssocID="{0120B958-D63A-4025-86FA-61494F2DB591}" presName="conn2-1" presStyleLbl="parChTrans1D4" presStyleIdx="3" presStyleCnt="8"/>
      <dgm:spPr/>
      <dgm:t>
        <a:bodyPr/>
        <a:p>
          <a:endParaRPr lang="fr-FR"/>
        </a:p>
      </dgm:t>
    </dgm:pt>
    <dgm:pt modelId="{5B04D5CC-5E87-40C6-A8EE-DAD72A2A285C}" type="pres">
      <dgm:prSet presAssocID="{0120B958-D63A-4025-86FA-61494F2DB591}" presName="connTx" presStyleLbl="parChTrans1D4" presStyleIdx="3" presStyleCnt="8"/>
      <dgm:spPr/>
      <dgm:t>
        <a:bodyPr/>
        <a:p>
          <a:endParaRPr lang="fr-FR"/>
        </a:p>
      </dgm:t>
    </dgm:pt>
    <dgm:pt modelId="{2D7842E4-90D5-49A0-906E-FD2024511B50}" type="pres">
      <dgm:prSet presAssocID="{B660BF61-4766-4A34-A3D1-B05A05D78C94}" presName="root2" presStyleCnt="0"/>
      <dgm:spPr/>
    </dgm:pt>
    <dgm:pt modelId="{913ABF13-DAE1-45AD-AFAB-36D0AD799DF7}" type="pres">
      <dgm:prSet presAssocID="{B660BF61-4766-4A34-A3D1-B05A05D78C94}" presName="LevelTwoTextNode" presStyleLbl="node4" presStyleIdx="3" presStyleCnt="8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C4CE8042-C390-40F0-9520-AEC1B5C37B96}" type="pres">
      <dgm:prSet presAssocID="{B660BF61-4766-4A34-A3D1-B05A05D78C94}" presName="level3hierChild" presStyleCnt="0"/>
      <dgm:spPr/>
    </dgm:pt>
    <dgm:pt modelId="{6441D391-3DE9-42C7-8A27-39AE2CA2B598}" type="pres">
      <dgm:prSet presAssocID="{F91866E7-993E-4391-BCA0-0B4164507476}" presName="conn2-1" presStyleLbl="parChTrans1D4" presStyleIdx="4" presStyleCnt="8"/>
      <dgm:spPr/>
      <dgm:t>
        <a:bodyPr/>
        <a:p>
          <a:endParaRPr lang="fr-FR"/>
        </a:p>
      </dgm:t>
    </dgm:pt>
    <dgm:pt modelId="{3DE32D50-60CF-4EA7-92F3-5372B20C6E6E}" type="pres">
      <dgm:prSet presAssocID="{F91866E7-993E-4391-BCA0-0B4164507476}" presName="connTx" presStyleLbl="parChTrans1D4" presStyleIdx="4" presStyleCnt="8"/>
      <dgm:spPr/>
      <dgm:t>
        <a:bodyPr/>
        <a:p>
          <a:endParaRPr lang="fr-FR"/>
        </a:p>
      </dgm:t>
    </dgm:pt>
    <dgm:pt modelId="{6307090B-B70E-48B5-98D9-E6A47D57CD84}" type="pres">
      <dgm:prSet presAssocID="{1F0B00FA-A811-4FFD-B409-4BC58DDB4CEB}" presName="root2" presStyleCnt="0"/>
      <dgm:spPr/>
    </dgm:pt>
    <dgm:pt modelId="{369442F9-73A7-4AC0-AE0A-EAFC70D9790E}" type="pres">
      <dgm:prSet presAssocID="{1F0B00FA-A811-4FFD-B409-4BC58DDB4CEB}" presName="LevelTwoTextNode" presStyleLbl="node4" presStyleIdx="4" presStyleCnt="8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7D5F6483-1382-4695-90C1-7773659EE246}" type="pres">
      <dgm:prSet presAssocID="{1F0B00FA-A811-4FFD-B409-4BC58DDB4CEB}" presName="level3hierChild" presStyleCnt="0"/>
      <dgm:spPr/>
    </dgm:pt>
    <dgm:pt modelId="{5AC1A605-2EB5-40D8-9A30-E69091CB0C1B}" type="pres">
      <dgm:prSet presAssocID="{5806F837-D0CB-40D9-B235-F93164F3EF89}" presName="conn2-1" presStyleLbl="parChTrans1D4" presStyleIdx="5" presStyleCnt="8"/>
      <dgm:spPr/>
      <dgm:t>
        <a:bodyPr/>
        <a:p>
          <a:endParaRPr lang="fr-FR"/>
        </a:p>
      </dgm:t>
    </dgm:pt>
    <dgm:pt modelId="{A55292CA-FF8F-4010-974D-3762DFA8F3CA}" type="pres">
      <dgm:prSet presAssocID="{5806F837-D0CB-40D9-B235-F93164F3EF89}" presName="connTx" presStyleLbl="parChTrans1D4" presStyleIdx="5" presStyleCnt="8"/>
      <dgm:spPr/>
      <dgm:t>
        <a:bodyPr/>
        <a:p>
          <a:endParaRPr lang="fr-FR"/>
        </a:p>
      </dgm:t>
    </dgm:pt>
    <dgm:pt modelId="{A9BE0F7C-0C09-4158-ABBE-CDE5ECD74F30}" type="pres">
      <dgm:prSet presAssocID="{09D6B5F9-5427-4920-9979-A2962DBA8144}" presName="root2" presStyleCnt="0"/>
      <dgm:spPr/>
    </dgm:pt>
    <dgm:pt modelId="{A0B237E9-62F7-46DE-B7A6-4C59FCC863FE}" type="pres">
      <dgm:prSet presAssocID="{09D6B5F9-5427-4920-9979-A2962DBA8144}" presName="LevelTwoTextNode" presStyleLbl="node4" presStyleIdx="5" presStyleCnt="8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C209277C-DD19-4313-9350-9A4C056DABD8}" type="pres">
      <dgm:prSet presAssocID="{09D6B5F9-5427-4920-9979-A2962DBA8144}" presName="level3hierChild" presStyleCnt="0"/>
      <dgm:spPr/>
    </dgm:pt>
    <dgm:pt modelId="{E4C70B95-9FB6-47BB-94BC-735A8F8318C8}" type="pres">
      <dgm:prSet presAssocID="{61D15A8C-DE70-431E-A185-41E5F68DF62B}" presName="conn2-1" presStyleLbl="parChTrans1D4" presStyleIdx="6" presStyleCnt="8"/>
      <dgm:spPr/>
      <dgm:t>
        <a:bodyPr/>
        <a:p>
          <a:endParaRPr lang="fr-FR"/>
        </a:p>
      </dgm:t>
    </dgm:pt>
    <dgm:pt modelId="{D3272931-2182-400E-B330-D076DC2A0EBE}" type="pres">
      <dgm:prSet presAssocID="{61D15A8C-DE70-431E-A185-41E5F68DF62B}" presName="connTx" presStyleLbl="parChTrans1D4" presStyleIdx="6" presStyleCnt="8"/>
      <dgm:spPr/>
      <dgm:t>
        <a:bodyPr/>
        <a:p>
          <a:endParaRPr lang="fr-FR"/>
        </a:p>
      </dgm:t>
    </dgm:pt>
    <dgm:pt modelId="{B0A6E0FF-1942-401F-90AA-B6080BDD5929}" type="pres">
      <dgm:prSet presAssocID="{0692D852-71DE-4163-848F-7D991ED15F03}" presName="root2" presStyleCnt="0"/>
      <dgm:spPr/>
    </dgm:pt>
    <dgm:pt modelId="{2C2F847F-0C1B-47BE-8B12-0992FCCF6008}" type="pres">
      <dgm:prSet presAssocID="{0692D852-71DE-4163-848F-7D991ED15F03}" presName="LevelTwoTextNode" presStyleLbl="node4" presStyleIdx="6" presStyleCnt="8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552D5DC4-A788-43AD-BC76-7B8466B5DA95}" type="pres">
      <dgm:prSet presAssocID="{0692D852-71DE-4163-848F-7D991ED15F03}" presName="level3hierChild" presStyleCnt="0"/>
      <dgm:spPr/>
    </dgm:pt>
    <dgm:pt modelId="{AB25F013-B1AA-47C6-A491-626E1DBA3332}" type="pres">
      <dgm:prSet presAssocID="{275D8E2A-A732-4431-8B39-195A0A57FBD0}" presName="conn2-1" presStyleLbl="parChTrans1D4" presStyleIdx="7" presStyleCnt="8"/>
      <dgm:spPr/>
      <dgm:t>
        <a:bodyPr/>
        <a:p>
          <a:endParaRPr lang="fr-FR"/>
        </a:p>
      </dgm:t>
    </dgm:pt>
    <dgm:pt modelId="{FDF6A05B-0A26-46EE-8728-95930B2DBCE1}" type="pres">
      <dgm:prSet presAssocID="{275D8E2A-A732-4431-8B39-195A0A57FBD0}" presName="connTx" presStyleLbl="parChTrans1D4" presStyleIdx="7" presStyleCnt="8"/>
      <dgm:spPr/>
      <dgm:t>
        <a:bodyPr/>
        <a:p>
          <a:endParaRPr lang="fr-FR"/>
        </a:p>
      </dgm:t>
    </dgm:pt>
    <dgm:pt modelId="{7CB8DAB0-5599-4EEA-8F21-0444B2BFA8A0}" type="pres">
      <dgm:prSet presAssocID="{BFDF0694-2BFF-4268-AF2D-824CE5E9673F}" presName="root2" presStyleCnt="0"/>
      <dgm:spPr/>
    </dgm:pt>
    <dgm:pt modelId="{89E1BE2E-39B7-4C8D-99F3-BB2AE7AFD685}" type="pres">
      <dgm:prSet presAssocID="{BFDF0694-2BFF-4268-AF2D-824CE5E9673F}" presName="LevelTwoTextNode" presStyleLbl="node4" presStyleIdx="7" presStyleCnt="8">
        <dgm:presLayoutVars>
          <dgm:chPref val="3"/>
        </dgm:presLayoutVars>
      </dgm:prSet>
      <dgm:spPr/>
      <dgm:t>
        <a:bodyPr/>
        <a:p>
          <a:endParaRPr lang="fr-FR"/>
        </a:p>
      </dgm:t>
    </dgm:pt>
    <dgm:pt modelId="{9B8FC063-D0AF-4E2D-A8A5-7CF2D3777B90}" type="pres">
      <dgm:prSet presAssocID="{BFDF0694-2BFF-4268-AF2D-824CE5E9673F}" presName="level3hierChild" presStyleCnt="0"/>
      <dgm:spPr/>
    </dgm:pt>
  </dgm:ptLst>
  <dgm:cxnLst>
    <dgm:cxn modelId="{0F57DE36-5E0E-4273-9482-BDA5ED634DD4}" type="presOf" srcId="{72A0F77A-53CD-4AF5-8EAB-B17BF98C2343}" destId="{0BFBF50B-5B41-43B7-A41F-7DC8EF7DCFAE}" srcOrd="1" destOrd="0" presId="urn:microsoft.com/office/officeart/2005/8/layout/hierarchy2"/>
    <dgm:cxn modelId="{52A552A4-53C4-45B4-AA74-214B55EE9F50}" type="presOf" srcId="{F91866E7-993E-4391-BCA0-0B4164507476}" destId="{3DE32D50-60CF-4EA7-92F3-5372B20C6E6E}" srcOrd="1" destOrd="0" presId="urn:microsoft.com/office/officeart/2005/8/layout/hierarchy2"/>
    <dgm:cxn modelId="{38FBC24B-238C-49CE-BD86-699F8928C4D6}" type="presOf" srcId="{B3265FEC-B1D3-473E-9E61-7C92BF8F281E}" destId="{F3A0EF68-E8A4-4BC9-8589-F781B927D3F8}" srcOrd="0" destOrd="0" presId="urn:microsoft.com/office/officeart/2005/8/layout/hierarchy2"/>
    <dgm:cxn modelId="{EFB3B823-3C99-47CA-8422-F111DBB7962F}" type="presOf" srcId="{B990E173-72B7-40DB-823B-768AB009B6EB}" destId="{AFDE17D2-DB69-40D8-91F6-2BDB93B06A9C}" srcOrd="0" destOrd="0" presId="urn:microsoft.com/office/officeart/2005/8/layout/hierarchy2"/>
    <dgm:cxn modelId="{27768C4C-EB7F-4F41-B4FD-05901BB3D17D}" type="presOf" srcId="{4BD14020-91AB-47E7-BAF3-35F1CF68EA21}" destId="{61FFDFDD-C1CB-4197-B319-689F66867D42}" srcOrd="1" destOrd="0" presId="urn:microsoft.com/office/officeart/2005/8/layout/hierarchy2"/>
    <dgm:cxn modelId="{66217A89-15E0-4164-91FF-75A2273DFF73}" srcId="{A18090F7-1B6E-4616-ABCB-26F60E353BFD}" destId="{17BC0909-D2FB-4798-A75D-5C79E55F9E07}" srcOrd="0" destOrd="0" parTransId="{72A0F77A-53CD-4AF5-8EAB-B17BF98C2343}" sibTransId="{44906869-F52A-470B-B5B7-B923D84C7076}"/>
    <dgm:cxn modelId="{D9E34043-A16D-48B9-A524-253AE012A5F1}" type="presOf" srcId="{61D15A8C-DE70-431E-A185-41E5F68DF62B}" destId="{E4C70B95-9FB6-47BB-94BC-735A8F8318C8}" srcOrd="0" destOrd="0" presId="urn:microsoft.com/office/officeart/2005/8/layout/hierarchy2"/>
    <dgm:cxn modelId="{6E10BEAA-97B7-4F62-9F8A-078F54469525}" type="presOf" srcId="{5806F837-D0CB-40D9-B235-F93164F3EF89}" destId="{A55292CA-FF8F-4010-974D-3762DFA8F3CA}" srcOrd="1" destOrd="0" presId="urn:microsoft.com/office/officeart/2005/8/layout/hierarchy2"/>
    <dgm:cxn modelId="{5ABC76EA-7B08-49B3-892F-1ABB8AA9D638}" srcId="{09EC9071-8141-4726-9A55-CB5C7F514599}" destId="{09D6B5F9-5427-4920-9979-A2962DBA8144}" srcOrd="3" destOrd="0" parTransId="{5806F837-D0CB-40D9-B235-F93164F3EF89}" sibTransId="{529D2545-8461-4224-949D-0EDD430006D0}"/>
    <dgm:cxn modelId="{0E9CE42B-A231-4CA0-8830-931017EB91DC}" type="presOf" srcId="{BBE279D3-CFB4-4149-A42F-597C33879296}" destId="{16932385-3995-4B09-A15A-6ECB4FF8D2AE}" srcOrd="0" destOrd="0" presId="urn:microsoft.com/office/officeart/2005/8/layout/hierarchy2"/>
    <dgm:cxn modelId="{FB814F0E-C4F0-4D91-B92D-CF28964790D3}" type="presOf" srcId="{A18090F7-1B6E-4616-ABCB-26F60E353BFD}" destId="{F55AFE8A-FC05-4717-9C74-5F0F76BD6F0A}" srcOrd="0" destOrd="0" presId="urn:microsoft.com/office/officeart/2005/8/layout/hierarchy2"/>
    <dgm:cxn modelId="{01C03D34-82FE-4550-81E2-E05F857B2244}" type="presOf" srcId="{BE78685E-13BD-40D0-B9ED-D316C4200DD8}" destId="{CCF8837F-E683-4C96-ABF9-4B06502476FE}" srcOrd="0" destOrd="0" presId="urn:microsoft.com/office/officeart/2005/8/layout/hierarchy2"/>
    <dgm:cxn modelId="{787F8235-9180-438F-9A7E-1D2898F23EAB}" type="presOf" srcId="{09EC9071-8141-4726-9A55-CB5C7F514599}" destId="{98DB553B-E66B-4926-B95E-2CB08FE0BE52}" srcOrd="0" destOrd="0" presId="urn:microsoft.com/office/officeart/2005/8/layout/hierarchy2"/>
    <dgm:cxn modelId="{2AE5823B-2B4E-4E72-88E0-DF65DEC0942F}" srcId="{1E4D7F0F-8D99-4D91-97B9-B25E7F9D1AED}" destId="{09EC9071-8141-4726-9A55-CB5C7F514599}" srcOrd="1" destOrd="0" parTransId="{01A1B9A3-4C45-44FD-A2E9-DF60255D719B}" sibTransId="{C679C943-0C61-4F78-B7C6-0B7085F7109A}"/>
    <dgm:cxn modelId="{64817A76-7A5D-4C7C-B31E-16E50E478CA8}" srcId="{0692D852-71DE-4163-848F-7D991ED15F03}" destId="{BFDF0694-2BFF-4268-AF2D-824CE5E9673F}" srcOrd="0" destOrd="0" parTransId="{275D8E2A-A732-4431-8B39-195A0A57FBD0}" sibTransId="{625781A5-7779-4CE7-A455-169B70D4C3E0}"/>
    <dgm:cxn modelId="{59656F4A-B401-4AA7-A739-0CF63C551A03}" srcId="{09EC9071-8141-4726-9A55-CB5C7F514599}" destId="{B660BF61-4766-4A34-A3D1-B05A05D78C94}" srcOrd="1" destOrd="0" parTransId="{0120B958-D63A-4025-86FA-61494F2DB591}" sibTransId="{E16047C2-051D-48BC-9998-36B3148504B3}"/>
    <dgm:cxn modelId="{38C5E968-704B-44ED-8F52-D3015737FBE8}" type="presOf" srcId="{0692D852-71DE-4163-848F-7D991ED15F03}" destId="{2C2F847F-0C1B-47BE-8B12-0992FCCF6008}" srcOrd="0" destOrd="0" presId="urn:microsoft.com/office/officeart/2005/8/layout/hierarchy2"/>
    <dgm:cxn modelId="{B68CC7BF-DE28-4447-8FA8-84E014BD25B7}" type="presOf" srcId="{0120B958-D63A-4025-86FA-61494F2DB591}" destId="{5B04D5CC-5E87-40C6-A8EE-DAD72A2A285C}" srcOrd="1" destOrd="0" presId="urn:microsoft.com/office/officeart/2005/8/layout/hierarchy2"/>
    <dgm:cxn modelId="{C33D97EF-93C2-4B9B-821C-8CEF8CFAF5C9}" type="presOf" srcId="{19DEEAA0-A0B7-4712-AEC1-1D4EBB135A66}" destId="{CA39DFC4-A01B-40B6-95A2-ACE73516890F}" srcOrd="1" destOrd="0" presId="urn:microsoft.com/office/officeart/2005/8/layout/hierarchy2"/>
    <dgm:cxn modelId="{A95DD03F-63FA-4DE5-895F-F2D1CC95AF03}" type="presOf" srcId="{01A1B9A3-4C45-44FD-A2E9-DF60255D719B}" destId="{60E36411-5FCF-4126-AD78-83DC134E33CE}" srcOrd="0" destOrd="0" presId="urn:microsoft.com/office/officeart/2005/8/layout/hierarchy2"/>
    <dgm:cxn modelId="{A6BF4493-F663-4538-BAB8-FB3D02CDA17C}" srcId="{09D6B5F9-5427-4920-9979-A2962DBA8144}" destId="{0692D852-71DE-4163-848F-7D991ED15F03}" srcOrd="0" destOrd="0" parTransId="{61D15A8C-DE70-431E-A185-41E5F68DF62B}" sibTransId="{D5B1D0C8-7884-42A6-A04D-603A3AEF0F3F}"/>
    <dgm:cxn modelId="{5C512F85-008F-446A-9826-567DA31376F5}" type="presOf" srcId="{17BC0909-D2FB-4798-A75D-5C79E55F9E07}" destId="{36AC392A-373D-4FEC-ADEE-1AFD27EC4155}" srcOrd="0" destOrd="0" presId="urn:microsoft.com/office/officeart/2005/8/layout/hierarchy2"/>
    <dgm:cxn modelId="{9596A5D3-46A0-4052-905B-1F560BB0397E}" type="presOf" srcId="{275D8E2A-A732-4431-8B39-195A0A57FBD0}" destId="{FDF6A05B-0A26-46EE-8728-95930B2DBCE1}" srcOrd="1" destOrd="0" presId="urn:microsoft.com/office/officeart/2005/8/layout/hierarchy2"/>
    <dgm:cxn modelId="{EFC9BA9E-AFBA-465C-9CA4-71EBC46F0C16}" type="presOf" srcId="{01A1B9A3-4C45-44FD-A2E9-DF60255D719B}" destId="{DB91D086-C196-46C2-85C0-FF790C0FD681}" srcOrd="1" destOrd="0" presId="urn:microsoft.com/office/officeart/2005/8/layout/hierarchy2"/>
    <dgm:cxn modelId="{214AC82D-C524-4A96-B46D-BFE30A6E7213}" type="presOf" srcId="{B3265FEC-B1D3-473E-9E61-7C92BF8F281E}" destId="{5AB9BB05-0461-4999-B750-CD6E37E6416E}" srcOrd="1" destOrd="0" presId="urn:microsoft.com/office/officeart/2005/8/layout/hierarchy2"/>
    <dgm:cxn modelId="{A20A68EB-32B1-4A0A-A41B-AE7B41E576B4}" type="presOf" srcId="{5806F837-D0CB-40D9-B235-F93164F3EF89}" destId="{5AC1A605-2EB5-40D8-9A30-E69091CB0C1B}" srcOrd="0" destOrd="0" presId="urn:microsoft.com/office/officeart/2005/8/layout/hierarchy2"/>
    <dgm:cxn modelId="{A2BB2133-9224-4E55-9376-35630F676235}" type="presOf" srcId="{275D8E2A-A732-4431-8B39-195A0A57FBD0}" destId="{AB25F013-B1AA-47C6-A491-626E1DBA3332}" srcOrd="0" destOrd="0" presId="urn:microsoft.com/office/officeart/2005/8/layout/hierarchy2"/>
    <dgm:cxn modelId="{192FC27A-446B-4E41-9921-A3CB9FB54370}" type="presOf" srcId="{09D6B5F9-5427-4920-9979-A2962DBA8144}" destId="{A0B237E9-62F7-46DE-B7A6-4C59FCC863FE}" srcOrd="0" destOrd="0" presId="urn:microsoft.com/office/officeart/2005/8/layout/hierarchy2"/>
    <dgm:cxn modelId="{3CCB0709-B92F-475B-8948-F359BFFEC005}" type="presOf" srcId="{4BD14020-91AB-47E7-BAF3-35F1CF68EA21}" destId="{38ADE114-F734-45D3-9B8A-53CA81170EF0}" srcOrd="0" destOrd="0" presId="urn:microsoft.com/office/officeart/2005/8/layout/hierarchy2"/>
    <dgm:cxn modelId="{19503FE2-14C6-432B-A8BC-737D381BEA96}" type="presOf" srcId="{67492D87-B7F6-4EFA-9810-A72334913C20}" destId="{08CF2B13-5F1D-4F67-8E3D-72D1BABC2BB4}" srcOrd="0" destOrd="0" presId="urn:microsoft.com/office/officeart/2005/8/layout/hierarchy2"/>
    <dgm:cxn modelId="{8BEE73BC-7128-406E-BBB4-234D3EF14C43}" srcId="{1E4D7F0F-8D99-4D91-97B9-B25E7F9D1AED}" destId="{A18090F7-1B6E-4616-ABCB-26F60E353BFD}" srcOrd="0" destOrd="0" parTransId="{B3265FEC-B1D3-473E-9E61-7C92BF8F281E}" sibTransId="{34640A1B-C74B-4F94-8247-FD7E1CC20FD3}"/>
    <dgm:cxn modelId="{26FC8B4C-E048-465B-A567-88492DD01835}" type="presOf" srcId="{B660BF61-4766-4A34-A3D1-B05A05D78C94}" destId="{913ABF13-DAE1-45AD-AFAB-36D0AD799DF7}" srcOrd="0" destOrd="0" presId="urn:microsoft.com/office/officeart/2005/8/layout/hierarchy2"/>
    <dgm:cxn modelId="{B34C9602-8EB4-41FA-8609-B5302E6748BD}" type="presOf" srcId="{BFDF0694-2BFF-4268-AF2D-824CE5E9673F}" destId="{89E1BE2E-39B7-4C8D-99F3-BB2AE7AFD685}" srcOrd="0" destOrd="0" presId="urn:microsoft.com/office/officeart/2005/8/layout/hierarchy2"/>
    <dgm:cxn modelId="{9F5ED08A-CA9A-4497-A3F7-DE9D191D7F7D}" type="presOf" srcId="{F91866E7-993E-4391-BCA0-0B4164507476}" destId="{6441D391-3DE9-42C7-8A27-39AE2CA2B598}" srcOrd="0" destOrd="0" presId="urn:microsoft.com/office/officeart/2005/8/layout/hierarchy2"/>
    <dgm:cxn modelId="{D7BE6BD6-5C67-4DA1-A46A-B791F6AD882C}" srcId="{09EC9071-8141-4726-9A55-CB5C7F514599}" destId="{B990E173-72B7-40DB-823B-768AB009B6EB}" srcOrd="0" destOrd="0" parTransId="{BE78685E-13BD-40D0-B9ED-D316C4200DD8}" sibTransId="{9BFD1BA6-A45E-4CB0-A86F-269092789F4E}"/>
    <dgm:cxn modelId="{0A6ED786-42AC-4AA7-8D17-BE1E39AA57D9}" srcId="{D69E6409-F461-42C9-9BF9-86170ABB8454}" destId="{1E4D7F0F-8D99-4D91-97B9-B25E7F9D1AED}" srcOrd="0" destOrd="0" parTransId="{4BD14020-91AB-47E7-BAF3-35F1CF68EA21}" sibTransId="{197E3709-0FA7-4FD9-ADBB-3690B6006CF9}"/>
    <dgm:cxn modelId="{8AC8F9E7-B36F-4620-93D3-F30A49DB87F5}" type="presOf" srcId="{BE78685E-13BD-40D0-B9ED-D316C4200DD8}" destId="{62E6AD64-28CA-4884-9149-0D8600AF92E3}" srcOrd="1" destOrd="0" presId="urn:microsoft.com/office/officeart/2005/8/layout/hierarchy2"/>
    <dgm:cxn modelId="{949272A9-3103-4E3D-9AEA-D988E5FF20E2}" type="presOf" srcId="{19DEEAA0-A0B7-4712-AEC1-1D4EBB135A66}" destId="{DA078C2B-90D9-4DD0-A1A7-7AB04524DE77}" srcOrd="0" destOrd="0" presId="urn:microsoft.com/office/officeart/2005/8/layout/hierarchy2"/>
    <dgm:cxn modelId="{507CD8A3-DAE3-4D10-8FD8-A2F40A729425}" type="presOf" srcId="{61D15A8C-DE70-431E-A185-41E5F68DF62B}" destId="{D3272931-2182-400E-B330-D076DC2A0EBE}" srcOrd="1" destOrd="0" presId="urn:microsoft.com/office/officeart/2005/8/layout/hierarchy2"/>
    <dgm:cxn modelId="{3B4B7D2B-628F-4BD5-AA7E-F84A50EA7AA4}" type="presOf" srcId="{1F0B00FA-A811-4FFD-B409-4BC58DDB4CEB}" destId="{369442F9-73A7-4AC0-AE0A-EAFC70D9790E}" srcOrd="0" destOrd="0" presId="urn:microsoft.com/office/officeart/2005/8/layout/hierarchy2"/>
    <dgm:cxn modelId="{3128D50D-5DD1-4949-8B87-F572FD9EE8FF}" type="presOf" srcId="{D69E6409-F461-42C9-9BF9-86170ABB8454}" destId="{823334C1-F647-447B-B3DE-392A1E72AD33}" srcOrd="0" destOrd="0" presId="urn:microsoft.com/office/officeart/2005/8/layout/hierarchy2"/>
    <dgm:cxn modelId="{48D441B0-0FAE-49F3-A9ED-E6D59316F628}" srcId="{09EC9071-8141-4726-9A55-CB5C7F514599}" destId="{1F0B00FA-A811-4FFD-B409-4BC58DDB4CEB}" srcOrd="2" destOrd="0" parTransId="{F91866E7-993E-4391-BCA0-0B4164507476}" sibTransId="{27CCA084-E359-412B-A18F-1354F0D7EAB5}"/>
    <dgm:cxn modelId="{996C03A4-7EC5-4262-AE35-B9954AF70E10}" type="presOf" srcId="{72A0F77A-53CD-4AF5-8EAB-B17BF98C2343}" destId="{D1C4D424-8180-4A5D-A317-BDD4B9ABA069}" srcOrd="0" destOrd="0" presId="urn:microsoft.com/office/officeart/2005/8/layout/hierarchy2"/>
    <dgm:cxn modelId="{D05EEA8C-9279-4D34-B4D7-385829AD863B}" type="presOf" srcId="{1E4D7F0F-8D99-4D91-97B9-B25E7F9D1AED}" destId="{4C9839A0-DBBA-465E-9783-3B96242A28B7}" srcOrd="0" destOrd="0" presId="urn:microsoft.com/office/officeart/2005/8/layout/hierarchy2"/>
    <dgm:cxn modelId="{41545654-D1A0-4C57-8E8E-58A79C9B11E1}" srcId="{A18090F7-1B6E-4616-ABCB-26F60E353BFD}" destId="{67492D87-B7F6-4EFA-9810-A72334913C20}" srcOrd="1" destOrd="0" parTransId="{19DEEAA0-A0B7-4712-AEC1-1D4EBB135A66}" sibTransId="{419E2C9F-DB35-4A27-AF69-30B23B63CF07}"/>
    <dgm:cxn modelId="{A0733284-9F01-47F2-B4A7-87C88894B6D1}" type="presOf" srcId="{0120B958-D63A-4025-86FA-61494F2DB591}" destId="{2D1ED9CC-1939-4948-8991-65DEE479B689}" srcOrd="0" destOrd="0" presId="urn:microsoft.com/office/officeart/2005/8/layout/hierarchy2"/>
    <dgm:cxn modelId="{CB1C10DA-8D96-4A5C-B826-F4E86BA7EEB8}" srcId="{BBE279D3-CFB4-4149-A42F-597C33879296}" destId="{D69E6409-F461-42C9-9BF9-86170ABB8454}" srcOrd="0" destOrd="0" parTransId="{C242765C-1F09-484A-904F-0246FE3CBD0C}" sibTransId="{E0BD3A75-0A4F-49B7-826D-22369D074E44}"/>
    <dgm:cxn modelId="{384115B3-043D-4009-841E-4F34C59C8FB4}" type="presParOf" srcId="{16932385-3995-4B09-A15A-6ECB4FF8D2AE}" destId="{C0F6EB72-4090-4F92-A436-2BB6A43D87E0}" srcOrd="0" destOrd="0" presId="urn:microsoft.com/office/officeart/2005/8/layout/hierarchy2"/>
    <dgm:cxn modelId="{3D6220AD-0153-4790-9269-D0D6D2E56F43}" type="presParOf" srcId="{C0F6EB72-4090-4F92-A436-2BB6A43D87E0}" destId="{823334C1-F647-447B-B3DE-392A1E72AD33}" srcOrd="0" destOrd="0" presId="urn:microsoft.com/office/officeart/2005/8/layout/hierarchy2"/>
    <dgm:cxn modelId="{8FF5145F-D774-44FC-99E7-C2B76A3A455A}" type="presParOf" srcId="{C0F6EB72-4090-4F92-A436-2BB6A43D87E0}" destId="{A1400E75-5DB3-4C36-8EA2-5FA6C24943EC}" srcOrd="1" destOrd="0" presId="urn:microsoft.com/office/officeart/2005/8/layout/hierarchy2"/>
    <dgm:cxn modelId="{CD828D07-557A-4319-BB0B-ECA932465B7B}" type="presParOf" srcId="{A1400E75-5DB3-4C36-8EA2-5FA6C24943EC}" destId="{38ADE114-F734-45D3-9B8A-53CA81170EF0}" srcOrd="0" destOrd="0" presId="urn:microsoft.com/office/officeart/2005/8/layout/hierarchy2"/>
    <dgm:cxn modelId="{B246A87C-23CB-4797-80C0-FA618130C679}" type="presParOf" srcId="{38ADE114-F734-45D3-9B8A-53CA81170EF0}" destId="{61FFDFDD-C1CB-4197-B319-689F66867D42}" srcOrd="0" destOrd="0" presId="urn:microsoft.com/office/officeart/2005/8/layout/hierarchy2"/>
    <dgm:cxn modelId="{4885E845-2FA3-4D59-AADA-4C7DC2F78EA7}" type="presParOf" srcId="{A1400E75-5DB3-4C36-8EA2-5FA6C24943EC}" destId="{F60F705F-2460-43BC-8AB4-C7159DB92CEE}" srcOrd="1" destOrd="0" presId="urn:microsoft.com/office/officeart/2005/8/layout/hierarchy2"/>
    <dgm:cxn modelId="{2BBF53E6-0223-4AF1-80C9-07D53F1258DA}" type="presParOf" srcId="{F60F705F-2460-43BC-8AB4-C7159DB92CEE}" destId="{4C9839A0-DBBA-465E-9783-3B96242A28B7}" srcOrd="0" destOrd="0" presId="urn:microsoft.com/office/officeart/2005/8/layout/hierarchy2"/>
    <dgm:cxn modelId="{FF4FF4F2-E3C9-409D-A564-3FB5184E4F69}" type="presParOf" srcId="{F60F705F-2460-43BC-8AB4-C7159DB92CEE}" destId="{3292949C-F248-45CB-9F13-F200A31E3A41}" srcOrd="1" destOrd="0" presId="urn:microsoft.com/office/officeart/2005/8/layout/hierarchy2"/>
    <dgm:cxn modelId="{BE6BA888-A023-4A91-A4C3-A52AEC68FF3E}" type="presParOf" srcId="{3292949C-F248-45CB-9F13-F200A31E3A41}" destId="{F3A0EF68-E8A4-4BC9-8589-F781B927D3F8}" srcOrd="0" destOrd="0" presId="urn:microsoft.com/office/officeart/2005/8/layout/hierarchy2"/>
    <dgm:cxn modelId="{AF678427-0EE8-4E5E-896D-EBAD1BB252A4}" type="presParOf" srcId="{F3A0EF68-E8A4-4BC9-8589-F781B927D3F8}" destId="{5AB9BB05-0461-4999-B750-CD6E37E6416E}" srcOrd="0" destOrd="0" presId="urn:microsoft.com/office/officeart/2005/8/layout/hierarchy2"/>
    <dgm:cxn modelId="{D6B84578-68CE-411F-BE2E-1354F9C13871}" type="presParOf" srcId="{3292949C-F248-45CB-9F13-F200A31E3A41}" destId="{2DA08327-1198-44EC-A12F-4DEDDCB8C8FE}" srcOrd="1" destOrd="0" presId="urn:microsoft.com/office/officeart/2005/8/layout/hierarchy2"/>
    <dgm:cxn modelId="{C4AB007F-6C5C-4A9C-8FA4-6454237495D1}" type="presParOf" srcId="{2DA08327-1198-44EC-A12F-4DEDDCB8C8FE}" destId="{F55AFE8A-FC05-4717-9C74-5F0F76BD6F0A}" srcOrd="0" destOrd="0" presId="urn:microsoft.com/office/officeart/2005/8/layout/hierarchy2"/>
    <dgm:cxn modelId="{BE5FEDDF-E751-4840-B08C-EEE69430FDEB}" type="presParOf" srcId="{2DA08327-1198-44EC-A12F-4DEDDCB8C8FE}" destId="{FB5697F6-BF37-443B-8ADF-6655C72E6B04}" srcOrd="1" destOrd="0" presId="urn:microsoft.com/office/officeart/2005/8/layout/hierarchy2"/>
    <dgm:cxn modelId="{19235704-1D08-48AE-93D2-7E9DE68B16A1}" type="presParOf" srcId="{FB5697F6-BF37-443B-8ADF-6655C72E6B04}" destId="{D1C4D424-8180-4A5D-A317-BDD4B9ABA069}" srcOrd="0" destOrd="0" presId="urn:microsoft.com/office/officeart/2005/8/layout/hierarchy2"/>
    <dgm:cxn modelId="{25D25F65-1379-4565-BE51-5943890EDF32}" type="presParOf" srcId="{D1C4D424-8180-4A5D-A317-BDD4B9ABA069}" destId="{0BFBF50B-5B41-43B7-A41F-7DC8EF7DCFAE}" srcOrd="0" destOrd="0" presId="urn:microsoft.com/office/officeart/2005/8/layout/hierarchy2"/>
    <dgm:cxn modelId="{A2C011B0-7C78-4FA7-AB0C-149449C629BA}" type="presParOf" srcId="{FB5697F6-BF37-443B-8ADF-6655C72E6B04}" destId="{DF2CE411-C617-4320-B1D3-04B1BCBCED29}" srcOrd="1" destOrd="0" presId="urn:microsoft.com/office/officeart/2005/8/layout/hierarchy2"/>
    <dgm:cxn modelId="{4DB94CAE-DEA5-48D8-8B92-F3360BA1A317}" type="presParOf" srcId="{DF2CE411-C617-4320-B1D3-04B1BCBCED29}" destId="{36AC392A-373D-4FEC-ADEE-1AFD27EC4155}" srcOrd="0" destOrd="0" presId="urn:microsoft.com/office/officeart/2005/8/layout/hierarchy2"/>
    <dgm:cxn modelId="{B032DC5D-C741-472E-AA20-7B7AED725983}" type="presParOf" srcId="{DF2CE411-C617-4320-B1D3-04B1BCBCED29}" destId="{8D319BD4-CF9C-4051-A844-DFC7BA442C2C}" srcOrd="1" destOrd="0" presId="urn:microsoft.com/office/officeart/2005/8/layout/hierarchy2"/>
    <dgm:cxn modelId="{3ADE1FC5-C481-47E7-8F2A-0A8D4E94CDEB}" type="presParOf" srcId="{FB5697F6-BF37-443B-8ADF-6655C72E6B04}" destId="{DA078C2B-90D9-4DD0-A1A7-7AB04524DE77}" srcOrd="2" destOrd="0" presId="urn:microsoft.com/office/officeart/2005/8/layout/hierarchy2"/>
    <dgm:cxn modelId="{07EC1F0D-6E3F-4D3E-BD7D-B95437E90116}" type="presParOf" srcId="{DA078C2B-90D9-4DD0-A1A7-7AB04524DE77}" destId="{CA39DFC4-A01B-40B6-95A2-ACE73516890F}" srcOrd="0" destOrd="0" presId="urn:microsoft.com/office/officeart/2005/8/layout/hierarchy2"/>
    <dgm:cxn modelId="{B16A4BE0-C9A8-4A10-BF38-21202F9F6982}" type="presParOf" srcId="{FB5697F6-BF37-443B-8ADF-6655C72E6B04}" destId="{A45147AB-52D5-4BD3-B798-0C4D21F01B21}" srcOrd="3" destOrd="0" presId="urn:microsoft.com/office/officeart/2005/8/layout/hierarchy2"/>
    <dgm:cxn modelId="{1B7775B1-78C1-4565-B509-8BBA2312F057}" type="presParOf" srcId="{A45147AB-52D5-4BD3-B798-0C4D21F01B21}" destId="{08CF2B13-5F1D-4F67-8E3D-72D1BABC2BB4}" srcOrd="0" destOrd="0" presId="urn:microsoft.com/office/officeart/2005/8/layout/hierarchy2"/>
    <dgm:cxn modelId="{D073CF58-9BD5-4AE8-A1A2-E89A6FDBBD19}" type="presParOf" srcId="{A45147AB-52D5-4BD3-B798-0C4D21F01B21}" destId="{7FAC585E-5AB9-453C-8C17-B10F170DB9D6}" srcOrd="1" destOrd="0" presId="urn:microsoft.com/office/officeart/2005/8/layout/hierarchy2"/>
    <dgm:cxn modelId="{E131F607-F435-4290-928B-8008C3A5E797}" type="presParOf" srcId="{3292949C-F248-45CB-9F13-F200A31E3A41}" destId="{60E36411-5FCF-4126-AD78-83DC134E33CE}" srcOrd="2" destOrd="0" presId="urn:microsoft.com/office/officeart/2005/8/layout/hierarchy2"/>
    <dgm:cxn modelId="{7843E656-0049-43C2-B5AF-0A58A011A8FE}" type="presParOf" srcId="{60E36411-5FCF-4126-AD78-83DC134E33CE}" destId="{DB91D086-C196-46C2-85C0-FF790C0FD681}" srcOrd="0" destOrd="0" presId="urn:microsoft.com/office/officeart/2005/8/layout/hierarchy2"/>
    <dgm:cxn modelId="{4668F32B-B682-4018-B6C7-923F918CA5F1}" type="presParOf" srcId="{3292949C-F248-45CB-9F13-F200A31E3A41}" destId="{7B4ABB5A-37F0-4CF4-B419-A959558EECC0}" srcOrd="3" destOrd="0" presId="urn:microsoft.com/office/officeart/2005/8/layout/hierarchy2"/>
    <dgm:cxn modelId="{919C931B-9482-4E19-A7ED-3FF827E51741}" type="presParOf" srcId="{7B4ABB5A-37F0-4CF4-B419-A959558EECC0}" destId="{98DB553B-E66B-4926-B95E-2CB08FE0BE52}" srcOrd="0" destOrd="0" presId="urn:microsoft.com/office/officeart/2005/8/layout/hierarchy2"/>
    <dgm:cxn modelId="{D0658734-A95F-4FDA-8207-DA3F4DBC440B}" type="presParOf" srcId="{7B4ABB5A-37F0-4CF4-B419-A959558EECC0}" destId="{FE95224E-E3AE-48BB-80C6-A20C27FB7749}" srcOrd="1" destOrd="0" presId="urn:microsoft.com/office/officeart/2005/8/layout/hierarchy2"/>
    <dgm:cxn modelId="{152A3002-6565-49B6-9AB3-B5B05A8E33F7}" type="presParOf" srcId="{FE95224E-E3AE-48BB-80C6-A20C27FB7749}" destId="{CCF8837F-E683-4C96-ABF9-4B06502476FE}" srcOrd="0" destOrd="0" presId="urn:microsoft.com/office/officeart/2005/8/layout/hierarchy2"/>
    <dgm:cxn modelId="{3E11DAD9-E74E-45EA-A830-E5D9A6AF999A}" type="presParOf" srcId="{CCF8837F-E683-4C96-ABF9-4B06502476FE}" destId="{62E6AD64-28CA-4884-9149-0D8600AF92E3}" srcOrd="0" destOrd="0" presId="urn:microsoft.com/office/officeart/2005/8/layout/hierarchy2"/>
    <dgm:cxn modelId="{9D3C7957-9279-44E9-B1D4-5E6958AFAD41}" type="presParOf" srcId="{FE95224E-E3AE-48BB-80C6-A20C27FB7749}" destId="{F6841A32-D13F-4164-9D9D-B6A24A4BEDCC}" srcOrd="1" destOrd="0" presId="urn:microsoft.com/office/officeart/2005/8/layout/hierarchy2"/>
    <dgm:cxn modelId="{2B763C92-D540-4FD6-9D1D-B3A2AEE12824}" type="presParOf" srcId="{F6841A32-D13F-4164-9D9D-B6A24A4BEDCC}" destId="{AFDE17D2-DB69-40D8-91F6-2BDB93B06A9C}" srcOrd="0" destOrd="0" presId="urn:microsoft.com/office/officeart/2005/8/layout/hierarchy2"/>
    <dgm:cxn modelId="{8BEEBEB0-023D-4F5E-96CB-5570F69A1125}" type="presParOf" srcId="{F6841A32-D13F-4164-9D9D-B6A24A4BEDCC}" destId="{87B2E091-D9A6-4AF9-8621-D7C9B3E81C71}" srcOrd="1" destOrd="0" presId="urn:microsoft.com/office/officeart/2005/8/layout/hierarchy2"/>
    <dgm:cxn modelId="{177C0CF3-26A1-4A2C-B04A-9B36E46DDC0D}" type="presParOf" srcId="{FE95224E-E3AE-48BB-80C6-A20C27FB7749}" destId="{2D1ED9CC-1939-4948-8991-65DEE479B689}" srcOrd="2" destOrd="0" presId="urn:microsoft.com/office/officeart/2005/8/layout/hierarchy2"/>
    <dgm:cxn modelId="{5F54A23F-5E7E-497B-A347-F3EDA4C4B329}" type="presParOf" srcId="{2D1ED9CC-1939-4948-8991-65DEE479B689}" destId="{5B04D5CC-5E87-40C6-A8EE-DAD72A2A285C}" srcOrd="0" destOrd="0" presId="urn:microsoft.com/office/officeart/2005/8/layout/hierarchy2"/>
    <dgm:cxn modelId="{C94B1F81-36BA-4403-AF9A-85DA34F24695}" type="presParOf" srcId="{FE95224E-E3AE-48BB-80C6-A20C27FB7749}" destId="{2D7842E4-90D5-49A0-906E-FD2024511B50}" srcOrd="3" destOrd="0" presId="urn:microsoft.com/office/officeart/2005/8/layout/hierarchy2"/>
    <dgm:cxn modelId="{D8D714A1-58B1-4017-A603-9924F9DF66F3}" type="presParOf" srcId="{2D7842E4-90D5-49A0-906E-FD2024511B50}" destId="{913ABF13-DAE1-45AD-AFAB-36D0AD799DF7}" srcOrd="0" destOrd="0" presId="urn:microsoft.com/office/officeart/2005/8/layout/hierarchy2"/>
    <dgm:cxn modelId="{35CB719F-F174-4856-8E34-1968076DF386}" type="presParOf" srcId="{2D7842E4-90D5-49A0-906E-FD2024511B50}" destId="{C4CE8042-C390-40F0-9520-AEC1B5C37B96}" srcOrd="1" destOrd="0" presId="urn:microsoft.com/office/officeart/2005/8/layout/hierarchy2"/>
    <dgm:cxn modelId="{FE799630-AD4F-4D53-9617-3BCE2593D1B9}" type="presParOf" srcId="{FE95224E-E3AE-48BB-80C6-A20C27FB7749}" destId="{6441D391-3DE9-42C7-8A27-39AE2CA2B598}" srcOrd="4" destOrd="0" presId="urn:microsoft.com/office/officeart/2005/8/layout/hierarchy2"/>
    <dgm:cxn modelId="{6A4497F8-E012-421A-8BEF-5430CB020074}" type="presParOf" srcId="{6441D391-3DE9-42C7-8A27-39AE2CA2B598}" destId="{3DE32D50-60CF-4EA7-92F3-5372B20C6E6E}" srcOrd="0" destOrd="0" presId="urn:microsoft.com/office/officeart/2005/8/layout/hierarchy2"/>
    <dgm:cxn modelId="{A48E5FA4-68F1-4DB5-9B74-74222F6BB293}" type="presParOf" srcId="{FE95224E-E3AE-48BB-80C6-A20C27FB7749}" destId="{6307090B-B70E-48B5-98D9-E6A47D57CD84}" srcOrd="5" destOrd="0" presId="urn:microsoft.com/office/officeart/2005/8/layout/hierarchy2"/>
    <dgm:cxn modelId="{8C3FB1C4-0F3D-4D1C-B040-748B9A23DABF}" type="presParOf" srcId="{6307090B-B70E-48B5-98D9-E6A47D57CD84}" destId="{369442F9-73A7-4AC0-AE0A-EAFC70D9790E}" srcOrd="0" destOrd="0" presId="urn:microsoft.com/office/officeart/2005/8/layout/hierarchy2"/>
    <dgm:cxn modelId="{BA456862-3BDC-4DF0-B7F8-E6F419D4CA0B}" type="presParOf" srcId="{6307090B-B70E-48B5-98D9-E6A47D57CD84}" destId="{7D5F6483-1382-4695-90C1-7773659EE246}" srcOrd="1" destOrd="0" presId="urn:microsoft.com/office/officeart/2005/8/layout/hierarchy2"/>
    <dgm:cxn modelId="{91A106CF-7C65-4B64-8466-4BA782ADA1CE}" type="presParOf" srcId="{FE95224E-E3AE-48BB-80C6-A20C27FB7749}" destId="{5AC1A605-2EB5-40D8-9A30-E69091CB0C1B}" srcOrd="6" destOrd="0" presId="urn:microsoft.com/office/officeart/2005/8/layout/hierarchy2"/>
    <dgm:cxn modelId="{66AA4382-BD87-48D1-81E7-5DDB0913FB47}" type="presParOf" srcId="{5AC1A605-2EB5-40D8-9A30-E69091CB0C1B}" destId="{A55292CA-FF8F-4010-974D-3762DFA8F3CA}" srcOrd="0" destOrd="0" presId="urn:microsoft.com/office/officeart/2005/8/layout/hierarchy2"/>
    <dgm:cxn modelId="{A71A37CC-FAD6-44C3-AA86-8C8EF8010F03}" type="presParOf" srcId="{FE95224E-E3AE-48BB-80C6-A20C27FB7749}" destId="{A9BE0F7C-0C09-4158-ABBE-CDE5ECD74F30}" srcOrd="7" destOrd="0" presId="urn:microsoft.com/office/officeart/2005/8/layout/hierarchy2"/>
    <dgm:cxn modelId="{6B2FBF5C-BA61-4EF2-9012-1AD08B6272EB}" type="presParOf" srcId="{A9BE0F7C-0C09-4158-ABBE-CDE5ECD74F30}" destId="{A0B237E9-62F7-46DE-B7A6-4C59FCC863FE}" srcOrd="0" destOrd="0" presId="urn:microsoft.com/office/officeart/2005/8/layout/hierarchy2"/>
    <dgm:cxn modelId="{FD5295BC-3A6E-4CCF-BD58-19710CE7916C}" type="presParOf" srcId="{A9BE0F7C-0C09-4158-ABBE-CDE5ECD74F30}" destId="{C209277C-DD19-4313-9350-9A4C056DABD8}" srcOrd="1" destOrd="0" presId="urn:microsoft.com/office/officeart/2005/8/layout/hierarchy2"/>
    <dgm:cxn modelId="{243B3505-3B0C-45EA-B932-7D21130A4DD9}" type="presParOf" srcId="{C209277C-DD19-4313-9350-9A4C056DABD8}" destId="{E4C70B95-9FB6-47BB-94BC-735A8F8318C8}" srcOrd="0" destOrd="0" presId="urn:microsoft.com/office/officeart/2005/8/layout/hierarchy2"/>
    <dgm:cxn modelId="{0EAE1A1A-BD65-48F6-A8AC-192DA2C45EDF}" type="presParOf" srcId="{E4C70B95-9FB6-47BB-94BC-735A8F8318C8}" destId="{D3272931-2182-400E-B330-D076DC2A0EBE}" srcOrd="0" destOrd="0" presId="urn:microsoft.com/office/officeart/2005/8/layout/hierarchy2"/>
    <dgm:cxn modelId="{98EC50DB-05E9-4F56-937F-CECDE4789DD2}" type="presParOf" srcId="{C209277C-DD19-4313-9350-9A4C056DABD8}" destId="{B0A6E0FF-1942-401F-90AA-B6080BDD5929}" srcOrd="1" destOrd="0" presId="urn:microsoft.com/office/officeart/2005/8/layout/hierarchy2"/>
    <dgm:cxn modelId="{35ADDD90-4D27-48B4-8BDD-7E056A7E9AF6}" type="presParOf" srcId="{B0A6E0FF-1942-401F-90AA-B6080BDD5929}" destId="{2C2F847F-0C1B-47BE-8B12-0992FCCF6008}" srcOrd="0" destOrd="0" presId="urn:microsoft.com/office/officeart/2005/8/layout/hierarchy2"/>
    <dgm:cxn modelId="{A57EF80D-8872-4C49-B05C-FC636B2A1776}" type="presParOf" srcId="{B0A6E0FF-1942-401F-90AA-B6080BDD5929}" destId="{552D5DC4-A788-43AD-BC76-7B8466B5DA95}" srcOrd="1" destOrd="0" presId="urn:microsoft.com/office/officeart/2005/8/layout/hierarchy2"/>
    <dgm:cxn modelId="{BD57DE76-63EB-4F72-B146-97EC9D065BF8}" type="presParOf" srcId="{552D5DC4-A788-43AD-BC76-7B8466B5DA95}" destId="{AB25F013-B1AA-47C6-A491-626E1DBA3332}" srcOrd="0" destOrd="0" presId="urn:microsoft.com/office/officeart/2005/8/layout/hierarchy2"/>
    <dgm:cxn modelId="{8459C55B-5880-4B98-9B17-FEC96B4948ED}" type="presParOf" srcId="{AB25F013-B1AA-47C6-A491-626E1DBA3332}" destId="{FDF6A05B-0A26-46EE-8728-95930B2DBCE1}" srcOrd="0" destOrd="0" presId="urn:microsoft.com/office/officeart/2005/8/layout/hierarchy2"/>
    <dgm:cxn modelId="{685EADB5-E31F-4CFA-9AC2-0CF0334E43CF}" type="presParOf" srcId="{552D5DC4-A788-43AD-BC76-7B8466B5DA95}" destId="{7CB8DAB0-5599-4EEA-8F21-0444B2BFA8A0}" srcOrd="1" destOrd="0" presId="urn:microsoft.com/office/officeart/2005/8/layout/hierarchy2"/>
    <dgm:cxn modelId="{B22195B5-AAAE-4A0B-822A-9CC978C9C631}" type="presParOf" srcId="{7CB8DAB0-5599-4EEA-8F21-0444B2BFA8A0}" destId="{89E1BE2E-39B7-4C8D-99F3-BB2AE7AFD685}" srcOrd="0" destOrd="0" presId="urn:microsoft.com/office/officeart/2005/8/layout/hierarchy2"/>
    <dgm:cxn modelId="{2C2AB2F7-4D91-48C2-B45E-A6AFC8418AFC}" type="presParOf" srcId="{7CB8DAB0-5599-4EEA-8F21-0444B2BFA8A0}" destId="{9B8FC063-D0AF-4E2D-A8A5-7CF2D3777B90}" srcOrd="1" destOrd="0" presId="urn:microsoft.com/office/officeart/2005/8/layout/hierarchy2"/>
  </dgm:cxnLst>
  <dgm:bg/>
  <dgm:whole/>
  <dgm:extLst>
    <a:ext uri="http://schemas.microsoft.com/office/drawing/2008/diagram">
      <dsp:dataModelExt xmlns:dsp="http://schemas.microsoft.com/office/drawing/2008/diagram" relId="rId15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er 1"/>
      <dsp:cNvGrpSpPr/>
    </dsp:nvGrpSpPr>
    <dsp:grpSpPr>
      <a:xfrm>
        <a:off x="0" y="0"/>
        <a:ext cx="4143404" cy="1928826"/>
        <a:chOff x="0" y="0"/>
        <a:chExt cx="4143404" cy="1928826"/>
      </a:xfrm>
    </dsp:grpSpPr>
    <dsp:sp modelId="{386DF1A1-199F-4FA4-9701-C627953B9905}">
      <dsp:nvSpPr>
        <dsp:cNvPr id="3" name="Rectangle à coins arrondi 2"/>
        <dsp:cNvSpPr/>
      </dsp:nvSpPr>
      <dsp:spPr bwMode="white">
        <a:xfrm>
          <a:off x="0" y="712339"/>
          <a:ext cx="1008297" cy="50414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1"/>
        </a:fillRef>
        <a:effectRef idx="1">
          <a:scrgbClr r="0" g="0" b="0"/>
        </a:effectRef>
        <a:fontRef idx="minor">
          <a:schemeClr val="dk1"/>
        </a:fontRef>
      </dsp:style>
      <dsp:txBody>
        <a:bodyPr lIns="8890" tIns="8890" rIns="8890" bIns="889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lecture capteurs</a:t>
          </a:r>
        </a:p>
      </dsp:txBody>
      <dsp:txXfrm>
        <a:off x="0" y="712339"/>
        <a:ext cx="1008297" cy="504148"/>
      </dsp:txXfrm>
    </dsp:sp>
    <dsp:sp modelId="{79695F86-036E-438B-8884-91DB0CEB5451}">
      <dsp:nvSpPr>
        <dsp:cNvPr id="4" name="Forme libre 3"/>
        <dsp:cNvSpPr/>
      </dsp:nvSpPr>
      <dsp:spPr bwMode="white">
        <a:xfrm>
          <a:off x="856827" y="651004"/>
          <a:ext cx="706258" cy="47048"/>
        </a:xfrm>
        <a:custGeom>
          <a:avLst/>
          <a:gdLst/>
          <a:ahLst/>
          <a:cxnLst/>
          <a:pathLst>
            <a:path w="1112" h="74">
              <a:moveTo>
                <a:pt x="239" y="494"/>
              </a:moveTo>
              <a:lnTo>
                <a:pt x="874" y="-419"/>
              </a:lnTo>
            </a:path>
          </a:pathLst>
        </a:custGeom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856827" y="651004"/>
        <a:ext cx="706258" cy="47048"/>
      </dsp:txXfrm>
    </dsp:sp>
    <dsp:sp modelId="{167BE482-C490-4464-B844-ED583E6D986A}">
      <dsp:nvSpPr>
        <dsp:cNvPr id="5" name="Rectangle à coins arrondi 4"/>
        <dsp:cNvSpPr/>
      </dsp:nvSpPr>
      <dsp:spPr bwMode="white">
        <a:xfrm>
          <a:off x="1411615" y="132568"/>
          <a:ext cx="1305250" cy="50414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8890" tIns="8890" rIns="8890" bIns="889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ultrason</a:t>
          </a:r>
        </a:p>
      </dsp:txBody>
      <dsp:txXfrm>
        <a:off x="1411615" y="132568"/>
        <a:ext cx="1305250" cy="504148"/>
      </dsp:txXfrm>
    </dsp:sp>
    <dsp:sp modelId="{CA2A3252-9BAB-4310-A590-85BC4C9ED4A2}">
      <dsp:nvSpPr>
        <dsp:cNvPr id="6" name="Forme libre 5"/>
        <dsp:cNvSpPr/>
      </dsp:nvSpPr>
      <dsp:spPr bwMode="white">
        <a:xfrm>
          <a:off x="2716866" y="361119"/>
          <a:ext cx="403319" cy="47048"/>
        </a:xfrm>
        <a:custGeom>
          <a:avLst/>
          <a:gdLst/>
          <a:ahLst/>
          <a:cxnLst/>
          <a:pathLst>
            <a:path w="635" h="74">
              <a:moveTo>
                <a:pt x="0" y="37"/>
              </a:moveTo>
              <a:lnTo>
                <a:pt x="635" y="37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2716866" y="361119"/>
        <a:ext cx="403319" cy="47048"/>
      </dsp:txXfrm>
    </dsp:sp>
    <dsp:sp modelId="{5DA504A1-281C-42B1-8D77-716A8133F3ED}">
      <dsp:nvSpPr>
        <dsp:cNvPr id="7" name="Rectangle à coins arrondi 6"/>
        <dsp:cNvSpPr/>
      </dsp:nvSpPr>
      <dsp:spPr bwMode="white">
        <a:xfrm>
          <a:off x="3120184" y="132568"/>
          <a:ext cx="1008297" cy="50414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8890" tIns="8890" rIns="8890" bIns="889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calcul distance</a:t>
          </a:r>
        </a:p>
      </dsp:txBody>
      <dsp:txXfrm>
        <a:off x="3120184" y="132568"/>
        <a:ext cx="1008297" cy="504148"/>
      </dsp:txXfrm>
    </dsp:sp>
    <dsp:sp modelId="{079A413D-028F-4950-93C9-E8AA851AC130}">
      <dsp:nvSpPr>
        <dsp:cNvPr id="8" name="Forme libre 7"/>
        <dsp:cNvSpPr/>
      </dsp:nvSpPr>
      <dsp:spPr bwMode="white">
        <a:xfrm>
          <a:off x="1008297" y="940889"/>
          <a:ext cx="403319" cy="47048"/>
        </a:xfrm>
        <a:custGeom>
          <a:avLst/>
          <a:gdLst/>
          <a:ahLst/>
          <a:cxnLst/>
          <a:pathLst>
            <a:path w="635" h="74">
              <a:moveTo>
                <a:pt x="0" y="37"/>
              </a:moveTo>
              <a:lnTo>
                <a:pt x="635" y="37"/>
              </a:lnTo>
            </a:path>
          </a:pathLst>
        </a:custGeom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1008297" y="940889"/>
        <a:ext cx="403319" cy="47048"/>
      </dsp:txXfrm>
    </dsp:sp>
    <dsp:sp modelId="{0D2380AC-E6CE-49E0-A6E8-6826C0D03830}">
      <dsp:nvSpPr>
        <dsp:cNvPr id="9" name="Rectangle à coins arrondi 8"/>
        <dsp:cNvSpPr/>
      </dsp:nvSpPr>
      <dsp:spPr bwMode="white">
        <a:xfrm>
          <a:off x="1411615" y="712339"/>
          <a:ext cx="1320173" cy="50414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8890" tIns="8890" rIns="8890" bIns="889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Flammes IR *3</a:t>
          </a:r>
        </a:p>
      </dsp:txBody>
      <dsp:txXfrm>
        <a:off x="1411615" y="712339"/>
        <a:ext cx="1320173" cy="504148"/>
      </dsp:txXfrm>
    </dsp:sp>
    <dsp:sp modelId="{F9759EB5-F5EB-4AC6-AD37-337253C79572}">
      <dsp:nvSpPr>
        <dsp:cNvPr id="10" name="Forme libre 9"/>
        <dsp:cNvSpPr/>
      </dsp:nvSpPr>
      <dsp:spPr bwMode="white">
        <a:xfrm>
          <a:off x="2731789" y="940889"/>
          <a:ext cx="403319" cy="47048"/>
        </a:xfrm>
        <a:custGeom>
          <a:avLst/>
          <a:gdLst/>
          <a:ahLst/>
          <a:cxnLst/>
          <a:pathLst>
            <a:path w="635" h="74">
              <a:moveTo>
                <a:pt x="0" y="37"/>
              </a:moveTo>
              <a:lnTo>
                <a:pt x="635" y="37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2731789" y="940889"/>
        <a:ext cx="403319" cy="47048"/>
      </dsp:txXfrm>
    </dsp:sp>
    <dsp:sp modelId="{A373BB20-8E63-4297-99EC-5C8C954C1EDF}">
      <dsp:nvSpPr>
        <dsp:cNvPr id="11" name="Rectangle à coins arrondi 10"/>
        <dsp:cNvSpPr/>
      </dsp:nvSpPr>
      <dsp:spPr bwMode="white">
        <a:xfrm>
          <a:off x="3135107" y="712339"/>
          <a:ext cx="1008297" cy="50414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8890" tIns="8890" rIns="8890" bIns="889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drection Feu</a:t>
          </a:r>
        </a:p>
      </dsp:txBody>
      <dsp:txXfrm>
        <a:off x="3135107" y="712339"/>
        <a:ext cx="1008297" cy="504148"/>
      </dsp:txXfrm>
    </dsp:sp>
    <dsp:sp modelId="{D63D9EC0-921F-419D-BC98-FE0B2024DA76}">
      <dsp:nvSpPr>
        <dsp:cNvPr id="12" name="Forme libre 11"/>
        <dsp:cNvSpPr/>
      </dsp:nvSpPr>
      <dsp:spPr bwMode="white">
        <a:xfrm>
          <a:off x="856827" y="1230775"/>
          <a:ext cx="706258" cy="47048"/>
        </a:xfrm>
        <a:custGeom>
          <a:avLst/>
          <a:gdLst/>
          <a:ahLst/>
          <a:cxnLst/>
          <a:pathLst>
            <a:path w="1112" h="74">
              <a:moveTo>
                <a:pt x="239" y="-419"/>
              </a:moveTo>
              <a:lnTo>
                <a:pt x="874" y="494"/>
              </a:lnTo>
            </a:path>
          </a:pathLst>
        </a:custGeom>
      </dsp:spPr>
      <dsp:style>
        <a:lnRef idx="2">
          <a:schemeClr val="accent3"/>
        </a:lnRef>
        <a:fillRef idx="0">
          <a:schemeClr val="accent2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856827" y="1230775"/>
        <a:ext cx="706258" cy="47048"/>
      </dsp:txXfrm>
    </dsp:sp>
    <dsp:sp modelId="{D6E82D07-0069-43BA-A7A5-26A289FF9548}">
      <dsp:nvSpPr>
        <dsp:cNvPr id="13" name="Rectangle à coins arrondi 12"/>
        <dsp:cNvSpPr/>
      </dsp:nvSpPr>
      <dsp:spPr bwMode="white">
        <a:xfrm>
          <a:off x="1411615" y="1292109"/>
          <a:ext cx="1294421" cy="50414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3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8890" tIns="8890" rIns="8890" bIns="889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Gaz MQ-2</a:t>
          </a:r>
        </a:p>
      </dsp:txBody>
      <dsp:txXfrm>
        <a:off x="1411615" y="1292109"/>
        <a:ext cx="1294421" cy="504148"/>
      </dsp:txXfrm>
    </dsp:sp>
    <dsp:sp modelId="{32EF523E-A126-47C9-B061-B1F596003FD7}">
      <dsp:nvSpPr>
        <dsp:cNvPr id="14" name="Forme libre 13"/>
        <dsp:cNvSpPr/>
      </dsp:nvSpPr>
      <dsp:spPr bwMode="white">
        <a:xfrm>
          <a:off x="2706037" y="1520660"/>
          <a:ext cx="403319" cy="47048"/>
        </a:xfrm>
        <a:custGeom>
          <a:avLst/>
          <a:gdLst/>
          <a:ahLst/>
          <a:cxnLst/>
          <a:pathLst>
            <a:path w="635" h="74">
              <a:moveTo>
                <a:pt x="0" y="37"/>
              </a:moveTo>
              <a:lnTo>
                <a:pt x="635" y="37"/>
              </a:lnTo>
            </a:path>
          </a:pathLst>
        </a:custGeom>
      </dsp:spPr>
      <dsp:style>
        <a:lnRef idx="2">
          <a:schemeClr val="accent4"/>
        </a:lnRef>
        <a:fillRef idx="0">
          <a:schemeClr val="accent2">
            <a:tint val="7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2706037" y="1520660"/>
        <a:ext cx="403319" cy="47048"/>
      </dsp:txXfrm>
    </dsp:sp>
    <dsp:sp modelId="{DE570A2C-D2C5-401A-A03C-F3C76B8A4777}">
      <dsp:nvSpPr>
        <dsp:cNvPr id="15" name="Rectangle à coins arrondi 14"/>
        <dsp:cNvSpPr/>
      </dsp:nvSpPr>
      <dsp:spPr bwMode="white">
        <a:xfrm>
          <a:off x="3109355" y="1292109"/>
          <a:ext cx="1008297" cy="504148"/>
        </a:xfrm>
        <a:prstGeom prst="roundRect">
          <a:avLst>
            <a:gd name="adj" fmla="val 10000"/>
          </a:avLst>
        </a:prstGeom>
        <a:sp3d prstMaterial="dkEdge">
          <a:bevelT w="8200" h="38100"/>
        </a:sp3d>
      </dsp:spPr>
      <dsp:style>
        <a:lnRef idx="0">
          <a:schemeClr val="lt1"/>
        </a:lnRef>
        <a:fillRef idx="2">
          <a:schemeClr val="accent4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dk1"/>
        </a:fontRef>
      </dsp:style>
      <dsp:txBody>
        <a:bodyPr lIns="8890" tIns="8890" rIns="8890" bIns="8890" anchor="ctr"/>
        <a:lstStyle>
          <a:lvl1pPr algn="ctr">
            <a:defRPr sz="1400"/>
          </a:lvl1pPr>
          <a:lvl2pPr marL="57150" indent="-57150" algn="ctr">
            <a:defRPr sz="1000"/>
          </a:lvl2pPr>
          <a:lvl3pPr marL="114300" indent="-57150" algn="ctr">
            <a:defRPr sz="1000"/>
          </a:lvl3pPr>
          <a:lvl4pPr marL="171450" indent="-57150" algn="ctr">
            <a:defRPr sz="1000"/>
          </a:lvl4pPr>
          <a:lvl5pPr marL="228600" indent="-57150" algn="ctr">
            <a:defRPr sz="1000"/>
          </a:lvl5pPr>
          <a:lvl6pPr marL="285750" indent="-57150" algn="ctr">
            <a:defRPr sz="1000"/>
          </a:lvl6pPr>
          <a:lvl7pPr marL="342900" indent="-57150" algn="ctr">
            <a:defRPr sz="1000"/>
          </a:lvl7pPr>
          <a:lvl8pPr marL="400050" indent="-57150" algn="ctr">
            <a:defRPr sz="1000"/>
          </a:lvl8pPr>
          <a:lvl9pPr marL="457200" indent="-57150" algn="ctr">
            <a:defRPr sz="1000"/>
          </a:lvl9pPr>
        </a:lstStyle>
        <a:p>
          <a:pPr lvl="0" algn="ctr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détection Gaz</a:t>
          </a:r>
        </a:p>
      </dsp:txBody>
      <dsp:txXfrm>
        <a:off x="3109355" y="1292109"/>
        <a:ext cx="1008297" cy="504148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 xmlns:r="http://schemas.openxmlformats.org/officeDocument/2006/relationships">
  <dsp:spTree>
    <dsp:nvGrpSpPr>
      <dsp:cNvPr id="2" name="Grouper 1"/>
      <dsp:cNvGrpSpPr/>
    </dsp:nvGrpSpPr>
    <dsp:grpSpPr>
      <a:xfrm>
        <a:off x="0" y="0"/>
        <a:ext cx="8386445" cy="4399280"/>
        <a:chOff x="0" y="0"/>
        <a:chExt cx="8386445" cy="4399280"/>
      </a:xfrm>
    </dsp:grpSpPr>
    <dsp:sp modelId="{823334C1-F647-447B-B3DE-392A1E72AD33}">
      <dsp:nvSpPr>
        <dsp:cNvPr id="3" name="Rectangle à coins arrondi 2"/>
        <dsp:cNvSpPr/>
      </dsp:nvSpPr>
      <dsp:spPr bwMode="white">
        <a:xfrm>
          <a:off x="0" y="1413212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/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batterie</a:t>
          </a:r>
        </a:p>
      </dsp:txBody>
      <dsp:txXfrm>
        <a:off x="0" y="1413212"/>
        <a:ext cx="1048306" cy="524153"/>
      </dsp:txXfrm>
    </dsp:sp>
    <dsp:sp modelId="{38ADE114-F734-45D3-9B8A-53CA81170EF0}">
      <dsp:nvSpPr>
        <dsp:cNvPr id="4" name="Forme libre 3"/>
        <dsp:cNvSpPr/>
      </dsp:nvSpPr>
      <dsp:spPr bwMode="white">
        <a:xfrm>
          <a:off x="1020509" y="1776047"/>
          <a:ext cx="474915" cy="21446"/>
        </a:xfrm>
        <a:custGeom>
          <a:avLst/>
          <a:gdLst/>
          <a:ahLst/>
          <a:cxnLst/>
          <a:pathLst>
            <a:path w="748" h="34">
              <a:moveTo>
                <a:pt x="44" y="-159"/>
              </a:moveTo>
              <a:lnTo>
                <a:pt x="704" y="192"/>
              </a:lnTo>
            </a:path>
          </a:pathLst>
        </a:custGeom>
      </dsp:spPr>
      <dsp:style>
        <a:lnRef idx="2">
          <a:schemeClr val="accent5"/>
        </a:lnRef>
        <a:fillRef idx="0">
          <a:schemeClr val="accent4">
            <a:tint val="9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1020509" y="1776047"/>
        <a:ext cx="474915" cy="21446"/>
      </dsp:txXfrm>
    </dsp:sp>
    <dsp:sp modelId="{4C9839A0-DBBA-465E-9783-3B96242A28B7}">
      <dsp:nvSpPr>
        <dsp:cNvPr id="5" name="Rectangle à coins arrondi 4"/>
        <dsp:cNvSpPr/>
      </dsp:nvSpPr>
      <dsp:spPr bwMode="white">
        <a:xfrm>
          <a:off x="1467628" y="1636176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5"/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ESP32</a:t>
          </a:r>
        </a:p>
      </dsp:txBody>
      <dsp:txXfrm>
        <a:off x="1467628" y="1636176"/>
        <a:ext cx="1048306" cy="524153"/>
      </dsp:txXfrm>
    </dsp:sp>
    <dsp:sp modelId="{F3A0EF68-E8A4-4BC9-8589-F781B927D3F8}">
      <dsp:nvSpPr>
        <dsp:cNvPr id="6" name="Forme libre 5"/>
        <dsp:cNvSpPr/>
      </dsp:nvSpPr>
      <dsp:spPr bwMode="white">
        <a:xfrm>
          <a:off x="2227262" y="1435447"/>
          <a:ext cx="996666" cy="21446"/>
        </a:xfrm>
        <a:custGeom>
          <a:avLst/>
          <a:gdLst/>
          <a:ahLst/>
          <a:cxnLst/>
          <a:pathLst>
            <a:path w="1570" h="34">
              <a:moveTo>
                <a:pt x="455" y="729"/>
              </a:moveTo>
              <a:lnTo>
                <a:pt x="1115" y="-695"/>
              </a:lnTo>
            </a:path>
          </a:pathLst>
        </a:custGeom>
      </dsp:spPr>
      <dsp:style>
        <a:lnRef idx="2">
          <a:schemeClr val="accent6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2227262" y="1435447"/>
        <a:ext cx="996666" cy="21446"/>
      </dsp:txXfrm>
    </dsp:sp>
    <dsp:sp modelId="{F55AFE8A-FC05-4717-9C74-5F0F76BD6F0A}">
      <dsp:nvSpPr>
        <dsp:cNvPr id="7" name="Rectangle à coins arrondi 6"/>
        <dsp:cNvSpPr/>
      </dsp:nvSpPr>
      <dsp:spPr bwMode="white">
        <a:xfrm>
          <a:off x="2935256" y="732012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L298N  </a:t>
          </a:r>
        </a:p>
      </dsp:txBody>
      <dsp:txXfrm>
        <a:off x="2935256" y="732012"/>
        <a:ext cx="1048306" cy="524153"/>
      </dsp:txXfrm>
    </dsp:sp>
    <dsp:sp modelId="{D1C4D424-8180-4A5D-A317-BDD4B9ABA069}">
      <dsp:nvSpPr>
        <dsp:cNvPr id="8" name="Forme libre 7"/>
        <dsp:cNvSpPr/>
      </dsp:nvSpPr>
      <dsp:spPr bwMode="white">
        <a:xfrm>
          <a:off x="3769157" y="665320"/>
          <a:ext cx="686190" cy="21446"/>
        </a:xfrm>
        <a:custGeom>
          <a:avLst/>
          <a:gdLst/>
          <a:ahLst/>
          <a:cxnLst/>
          <a:pathLst>
            <a:path w="1081" h="34">
              <a:moveTo>
                <a:pt x="338" y="518"/>
              </a:moveTo>
              <a:lnTo>
                <a:pt x="743" y="-484"/>
              </a:lnTo>
            </a:path>
          </a:pathLst>
        </a:custGeom>
      </dsp:spPr>
      <dsp:style>
        <a:lnRef idx="2">
          <a:schemeClr val="accent1"/>
        </a:lnRef>
        <a:fillRef idx="0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3769157" y="665320"/>
        <a:ext cx="686190" cy="21446"/>
      </dsp:txXfrm>
    </dsp:sp>
    <dsp:sp modelId="{36AC392A-373D-4FEC-ADEE-1AFD27EC4155}">
      <dsp:nvSpPr>
        <dsp:cNvPr id="9" name="Rectangle à coins arrondi 8"/>
        <dsp:cNvSpPr/>
      </dsp:nvSpPr>
      <dsp:spPr bwMode="white">
        <a:xfrm>
          <a:off x="4240941" y="95921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3"/>
        </a:fillRef>
        <a:effectRef idx="1">
          <a:schemeClr val="accent3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batterie</a:t>
          </a:r>
        </a:p>
      </dsp:txBody>
      <dsp:txXfrm>
        <a:off x="4240941" y="95921"/>
        <a:ext cx="1048306" cy="524153"/>
      </dsp:txXfrm>
    </dsp:sp>
    <dsp:sp modelId="{DA078C2B-90D9-4DD0-A1A7-7AB04524DE77}">
      <dsp:nvSpPr>
        <dsp:cNvPr id="10" name="Forme libre 9"/>
        <dsp:cNvSpPr/>
      </dsp:nvSpPr>
      <dsp:spPr bwMode="white">
        <a:xfrm>
          <a:off x="3935024" y="1134059"/>
          <a:ext cx="516397" cy="21446"/>
        </a:xfrm>
        <a:custGeom>
          <a:avLst/>
          <a:gdLst/>
          <a:ahLst/>
          <a:cxnLst/>
          <a:pathLst>
            <a:path w="813" h="34">
              <a:moveTo>
                <a:pt x="76" y="-220"/>
              </a:moveTo>
              <a:lnTo>
                <a:pt x="737" y="254"/>
              </a:lnTo>
            </a:path>
          </a:pathLst>
        </a:custGeom>
      </dsp:spPr>
      <dsp:style>
        <a:lnRef idx="2">
          <a:schemeClr val="accent1"/>
        </a:lnRef>
        <a:fillRef idx="0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3935024" y="1134059"/>
        <a:ext cx="516397" cy="21446"/>
      </dsp:txXfrm>
    </dsp:sp>
    <dsp:sp modelId="{08CF2B13-5F1D-4F67-8E3D-72D1BABC2BB4}">
      <dsp:nvSpPr>
        <dsp:cNvPr id="11" name="Rectangle à coins arrondi 10"/>
        <dsp:cNvSpPr/>
      </dsp:nvSpPr>
      <dsp:spPr bwMode="white">
        <a:xfrm>
          <a:off x="4402884" y="1033400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Moteurs D/G </a:t>
          </a:r>
        </a:p>
      </dsp:txBody>
      <dsp:txXfrm>
        <a:off x="4402884" y="1033400"/>
        <a:ext cx="1048306" cy="524153"/>
      </dsp:txXfrm>
    </dsp:sp>
    <dsp:sp modelId="{60E36411-5FCF-4126-AD78-83DC134E33CE}">
      <dsp:nvSpPr>
        <dsp:cNvPr id="12" name="Forme libre 11"/>
        <dsp:cNvSpPr/>
      </dsp:nvSpPr>
      <dsp:spPr bwMode="white">
        <a:xfrm>
          <a:off x="2227262" y="2339611"/>
          <a:ext cx="996666" cy="21446"/>
        </a:xfrm>
        <a:custGeom>
          <a:avLst/>
          <a:gdLst/>
          <a:ahLst/>
          <a:cxnLst/>
          <a:pathLst>
            <a:path w="1570" h="34">
              <a:moveTo>
                <a:pt x="455" y="-695"/>
              </a:moveTo>
              <a:lnTo>
                <a:pt x="1115" y="729"/>
              </a:lnTo>
            </a:path>
          </a:pathLst>
        </a:custGeom>
      </dsp:spPr>
      <dsp:style>
        <a:lnRef idx="2">
          <a:schemeClr val="accent6"/>
        </a:lnRef>
        <a:fillRef idx="0">
          <a:schemeClr val="accent4">
            <a:tint val="7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2227262" y="2339611"/>
        <a:ext cx="996666" cy="21446"/>
      </dsp:txXfrm>
    </dsp:sp>
    <dsp:sp modelId="{98DB553B-E66B-4926-B95E-2CB08FE0BE52}">
      <dsp:nvSpPr>
        <dsp:cNvPr id="13" name="Rectangle à coins arrondi 12"/>
        <dsp:cNvSpPr/>
      </dsp:nvSpPr>
      <dsp:spPr bwMode="white">
        <a:xfrm>
          <a:off x="2935256" y="2540339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6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Capteurs</a:t>
          </a:r>
        </a:p>
      </dsp:txBody>
      <dsp:txXfrm>
        <a:off x="2935256" y="2540339"/>
        <a:ext cx="1048306" cy="524153"/>
      </dsp:txXfrm>
    </dsp:sp>
    <dsp:sp modelId="{CCF8837F-E683-4C96-ABF9-4B06502476FE}">
      <dsp:nvSpPr>
        <dsp:cNvPr id="14" name="Forme libre 13"/>
        <dsp:cNvSpPr/>
      </dsp:nvSpPr>
      <dsp:spPr bwMode="white">
        <a:xfrm>
          <a:off x="3694890" y="2339611"/>
          <a:ext cx="996666" cy="21446"/>
        </a:xfrm>
        <a:custGeom>
          <a:avLst/>
          <a:gdLst/>
          <a:ahLst/>
          <a:cxnLst/>
          <a:pathLst>
            <a:path w="1570" h="34">
              <a:moveTo>
                <a:pt x="455" y="729"/>
              </a:moveTo>
              <a:lnTo>
                <a:pt x="1115" y="-695"/>
              </a:lnTo>
            </a:path>
          </a:pathLst>
        </a:custGeom>
      </dsp:spPr>
      <dsp:style>
        <a:lnRef idx="2">
          <a:schemeClr val="accent1"/>
        </a:lnRef>
        <a:fillRef idx="0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3694890" y="2339611"/>
        <a:ext cx="996666" cy="21446"/>
      </dsp:txXfrm>
    </dsp:sp>
    <dsp:sp modelId="{AFDE17D2-DB69-40D8-91F6-2BDB93B06A9C}">
      <dsp:nvSpPr>
        <dsp:cNvPr id="15" name="Rectangle à coins arrondi 14"/>
        <dsp:cNvSpPr/>
      </dsp:nvSpPr>
      <dsp:spPr bwMode="white">
        <a:xfrm>
          <a:off x="4402884" y="1636176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Flamme G/C/D</a:t>
          </a:r>
        </a:p>
      </dsp:txBody>
      <dsp:txXfrm>
        <a:off x="4402884" y="1636176"/>
        <a:ext cx="1048306" cy="524153"/>
      </dsp:txXfrm>
    </dsp:sp>
    <dsp:sp modelId="{2D1ED9CC-1939-4948-8991-65DEE479B689}">
      <dsp:nvSpPr>
        <dsp:cNvPr id="16" name="Forme libre 15"/>
        <dsp:cNvSpPr/>
      </dsp:nvSpPr>
      <dsp:spPr bwMode="white">
        <a:xfrm>
          <a:off x="3935024" y="2640999"/>
          <a:ext cx="516397" cy="21446"/>
        </a:xfrm>
        <a:custGeom>
          <a:avLst/>
          <a:gdLst/>
          <a:ahLst/>
          <a:cxnLst/>
          <a:pathLst>
            <a:path w="813" h="34">
              <a:moveTo>
                <a:pt x="76" y="254"/>
              </a:moveTo>
              <a:lnTo>
                <a:pt x="737" y="-220"/>
              </a:lnTo>
            </a:path>
          </a:pathLst>
        </a:custGeom>
      </dsp:spPr>
      <dsp:style>
        <a:lnRef idx="2">
          <a:schemeClr val="accent1"/>
        </a:lnRef>
        <a:fillRef idx="0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3935024" y="2640999"/>
        <a:ext cx="516397" cy="21446"/>
      </dsp:txXfrm>
    </dsp:sp>
    <dsp:sp modelId="{913ABF13-DAE1-45AD-AFAB-36D0AD799DF7}">
      <dsp:nvSpPr>
        <dsp:cNvPr id="17" name="Rectangle à coins arrondi 16"/>
        <dsp:cNvSpPr/>
      </dsp:nvSpPr>
      <dsp:spPr bwMode="white">
        <a:xfrm>
          <a:off x="4402884" y="2238951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ultrason</a:t>
          </a:r>
        </a:p>
      </dsp:txBody>
      <dsp:txXfrm>
        <a:off x="4402884" y="2238951"/>
        <a:ext cx="1048306" cy="524153"/>
      </dsp:txXfrm>
    </dsp:sp>
    <dsp:sp modelId="{6441D391-3DE9-42C7-8A27-39AE2CA2B598}">
      <dsp:nvSpPr>
        <dsp:cNvPr id="18" name="Forme libre 17"/>
        <dsp:cNvSpPr/>
      </dsp:nvSpPr>
      <dsp:spPr bwMode="white">
        <a:xfrm>
          <a:off x="3935024" y="2942387"/>
          <a:ext cx="516397" cy="21446"/>
        </a:xfrm>
        <a:custGeom>
          <a:avLst/>
          <a:gdLst/>
          <a:ahLst/>
          <a:cxnLst/>
          <a:pathLst>
            <a:path w="813" h="34">
              <a:moveTo>
                <a:pt x="76" y="-220"/>
              </a:moveTo>
              <a:lnTo>
                <a:pt x="737" y="254"/>
              </a:lnTo>
            </a:path>
          </a:pathLst>
        </a:custGeom>
      </dsp:spPr>
      <dsp:style>
        <a:lnRef idx="2">
          <a:schemeClr val="accent1"/>
        </a:lnRef>
        <a:fillRef idx="0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3935024" y="2942387"/>
        <a:ext cx="516397" cy="21446"/>
      </dsp:txXfrm>
    </dsp:sp>
    <dsp:sp modelId="{369442F9-73A7-4AC0-AE0A-EAFC70D9790E}">
      <dsp:nvSpPr>
        <dsp:cNvPr id="19" name="Rectangle à coins arrondi 18"/>
        <dsp:cNvSpPr/>
      </dsp:nvSpPr>
      <dsp:spPr bwMode="white">
        <a:xfrm>
          <a:off x="4402884" y="2841727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Gaz </a:t>
          </a:r>
        </a:p>
      </dsp:txBody>
      <dsp:txXfrm>
        <a:off x="4402884" y="2841727"/>
        <a:ext cx="1048306" cy="524153"/>
      </dsp:txXfrm>
    </dsp:sp>
    <dsp:sp modelId="{5AC1A605-2EB5-40D8-9A30-E69091CB0C1B}">
      <dsp:nvSpPr>
        <dsp:cNvPr id="20" name="Forme libre 19"/>
        <dsp:cNvSpPr/>
      </dsp:nvSpPr>
      <dsp:spPr bwMode="white">
        <a:xfrm>
          <a:off x="3694890" y="3243774"/>
          <a:ext cx="996666" cy="21446"/>
        </a:xfrm>
        <a:custGeom>
          <a:avLst/>
          <a:gdLst/>
          <a:ahLst/>
          <a:cxnLst/>
          <a:pathLst>
            <a:path w="1570" h="34">
              <a:moveTo>
                <a:pt x="455" y="-695"/>
              </a:moveTo>
              <a:lnTo>
                <a:pt x="1115" y="729"/>
              </a:lnTo>
            </a:path>
          </a:pathLst>
        </a:custGeom>
      </dsp:spPr>
      <dsp:style>
        <a:lnRef idx="2">
          <a:schemeClr val="accent1"/>
        </a:lnRef>
        <a:fillRef idx="0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3694890" y="3243774"/>
        <a:ext cx="996666" cy="21446"/>
      </dsp:txXfrm>
    </dsp:sp>
    <dsp:sp modelId="{A0B237E9-62F7-46DE-B7A6-4C59FCC863FE}">
      <dsp:nvSpPr>
        <dsp:cNvPr id="21" name="Rectangle à coins arrondi 20"/>
        <dsp:cNvSpPr/>
      </dsp:nvSpPr>
      <dsp:spPr bwMode="white">
        <a:xfrm>
          <a:off x="4402884" y="3444503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MOSFET</a:t>
          </a:r>
        </a:p>
      </dsp:txBody>
      <dsp:txXfrm>
        <a:off x="4402884" y="3444503"/>
        <a:ext cx="1048306" cy="524153"/>
      </dsp:txXfrm>
    </dsp:sp>
    <dsp:sp modelId="{E4C70B95-9FB6-47BB-94BC-735A8F8318C8}">
      <dsp:nvSpPr>
        <dsp:cNvPr id="22" name="Forme libre 21"/>
        <dsp:cNvSpPr/>
      </dsp:nvSpPr>
      <dsp:spPr bwMode="white">
        <a:xfrm>
          <a:off x="5451189" y="3695856"/>
          <a:ext cx="419322" cy="21446"/>
        </a:xfrm>
        <a:custGeom>
          <a:avLst/>
          <a:gdLst/>
          <a:ahLst/>
          <a:cxnLst/>
          <a:pathLst>
            <a:path w="660" h="34">
              <a:moveTo>
                <a:pt x="0" y="17"/>
              </a:moveTo>
              <a:lnTo>
                <a:pt x="660" y="17"/>
              </a:lnTo>
            </a:path>
          </a:pathLst>
        </a:custGeom>
      </dsp:spPr>
      <dsp:style>
        <a:lnRef idx="2">
          <a:schemeClr val="accent1"/>
        </a:lnRef>
        <a:fillRef idx="0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5451189" y="3695856"/>
        <a:ext cx="419322" cy="21446"/>
      </dsp:txXfrm>
    </dsp:sp>
    <dsp:sp modelId="{2C2F847F-0C1B-47BE-8B12-0992FCCF6008}">
      <dsp:nvSpPr>
        <dsp:cNvPr id="23" name="Rectangle à coins arrondi 22"/>
        <dsp:cNvSpPr/>
      </dsp:nvSpPr>
      <dsp:spPr bwMode="white">
        <a:xfrm>
          <a:off x="5870512" y="3444503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Pompe </a:t>
          </a:r>
        </a:p>
      </dsp:txBody>
      <dsp:txXfrm>
        <a:off x="5870512" y="3444503"/>
        <a:ext cx="1048306" cy="524153"/>
      </dsp:txXfrm>
    </dsp:sp>
    <dsp:sp modelId="{AB25F013-B1AA-47C6-A491-626E1DBA3332}">
      <dsp:nvSpPr>
        <dsp:cNvPr id="24" name="Forme libre 23"/>
        <dsp:cNvSpPr/>
      </dsp:nvSpPr>
      <dsp:spPr bwMode="white">
        <a:xfrm>
          <a:off x="6918817" y="3695856"/>
          <a:ext cx="419322" cy="21446"/>
        </a:xfrm>
        <a:custGeom>
          <a:avLst/>
          <a:gdLst/>
          <a:ahLst/>
          <a:cxnLst/>
          <a:pathLst>
            <a:path w="660" h="34">
              <a:moveTo>
                <a:pt x="0" y="17"/>
              </a:moveTo>
              <a:lnTo>
                <a:pt x="660" y="17"/>
              </a:lnTo>
            </a:path>
          </a:pathLst>
        </a:custGeom>
      </dsp:spPr>
      <dsp:style>
        <a:lnRef idx="2">
          <a:schemeClr val="accent1"/>
        </a:lnRef>
        <a:fillRef idx="0">
          <a:schemeClr val="accent4">
            <a:tint val="50000"/>
          </a:schemeClr>
        </a:fillRef>
        <a:effectRef idx="0">
          <a:scrgbClr r="0" g="0" b="0"/>
        </a:effectRef>
        <a:fontRef idx="minor"/>
      </dsp:style>
      <dsp:txBody>
        <a:bodyPr lIns="12700" tIns="0" rIns="12700" bIns="0" anchor="ctr"/>
        <a:lstStyle>
          <a:lvl1pPr algn="ctr">
            <a:defRPr sz="500"/>
          </a:lvl1pPr>
          <a:lvl2pPr marL="57150" indent="-57150" algn="ctr">
            <a:defRPr sz="400"/>
          </a:lvl2pPr>
          <a:lvl3pPr marL="114300" indent="-57150" algn="ctr">
            <a:defRPr sz="400"/>
          </a:lvl3pPr>
          <a:lvl4pPr marL="171450" indent="-57150" algn="ctr">
            <a:defRPr sz="400"/>
          </a:lvl4pPr>
          <a:lvl5pPr marL="228600" indent="-57150" algn="ctr">
            <a:defRPr sz="400"/>
          </a:lvl5pPr>
          <a:lvl6pPr marL="285750" indent="-57150" algn="ctr">
            <a:defRPr sz="400"/>
          </a:lvl6pPr>
          <a:lvl7pPr marL="342900" indent="-57150" algn="ctr">
            <a:defRPr sz="400"/>
          </a:lvl7pPr>
          <a:lvl8pPr marL="400050" indent="-57150" algn="ctr">
            <a:defRPr sz="400"/>
          </a:lvl8pPr>
          <a:lvl9pPr marL="457200" indent="-57150" algn="ctr">
            <a:defRPr sz="4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endParaRPr lang="fr-FR">
            <a:solidFill>
              <a:schemeClr val="tx1"/>
            </a:solidFill>
          </a:endParaRPr>
        </a:p>
      </dsp:txBody>
      <dsp:txXfrm>
        <a:off x="6918817" y="3695856"/>
        <a:ext cx="419322" cy="21446"/>
      </dsp:txXfrm>
    </dsp:sp>
    <dsp:sp modelId="{89E1BE2E-39B7-4C8D-99F3-BB2AE7AFD685}">
      <dsp:nvSpPr>
        <dsp:cNvPr id="25" name="Rectangle à coins arrondi 24"/>
        <dsp:cNvSpPr/>
      </dsp:nvSpPr>
      <dsp:spPr bwMode="white">
        <a:xfrm>
          <a:off x="7338139" y="3444503"/>
          <a:ext cx="1048306" cy="524153"/>
        </a:xfrm>
        <a:prstGeom prst="roundRect">
          <a:avLst>
            <a:gd name="adj" fmla="val 10000"/>
          </a:avLst>
        </a:prstGeom>
      </dsp:spPr>
      <dsp:style>
        <a:lnRef idx="3">
          <a:schemeClr val="lt1"/>
        </a:lnRef>
        <a:fillRef idx="1">
          <a:schemeClr val="accent1">
            <a:hueOff val="0"/>
            <a:satOff val="0"/>
            <a:lumOff val="0"/>
            <a:alpha val="100000"/>
          </a:schemeClr>
        </a:fillRef>
        <a:effectRef idx="1">
          <a:scrgbClr r="0" g="0" b="0"/>
        </a:effectRef>
        <a:fontRef idx="minor">
          <a:schemeClr val="lt1"/>
        </a:fontRef>
      </dsp:style>
      <dsp:txBody>
        <a:bodyPr lIns="9525" tIns="9525" rIns="9525" bIns="9525" anchor="ctr"/>
        <a:lstStyle>
          <a:lvl1pPr algn="ctr">
            <a:defRPr sz="1500"/>
          </a:lvl1pPr>
          <a:lvl2pPr marL="57150" indent="-57150" algn="ctr">
            <a:defRPr sz="1100"/>
          </a:lvl2pPr>
          <a:lvl3pPr marL="114300" indent="-57150" algn="ctr">
            <a:defRPr sz="1100"/>
          </a:lvl3pPr>
          <a:lvl4pPr marL="171450" indent="-57150" algn="ctr">
            <a:defRPr sz="1100"/>
          </a:lvl4pPr>
          <a:lvl5pPr marL="228600" indent="-57150" algn="ctr">
            <a:defRPr sz="1100"/>
          </a:lvl5pPr>
          <a:lvl6pPr marL="285750" indent="-57150" algn="ctr">
            <a:defRPr sz="1100"/>
          </a:lvl6pPr>
          <a:lvl7pPr marL="342900" indent="-57150" algn="ctr">
            <a:defRPr sz="1100"/>
          </a:lvl7pPr>
          <a:lvl8pPr marL="400050" indent="-57150" algn="ctr">
            <a:defRPr sz="1100"/>
          </a:lvl8pPr>
          <a:lvl9pPr marL="457200" indent="-57150" algn="ctr">
            <a:defRPr sz="1100"/>
          </a:lvl9pPr>
        </a:lstStyle>
        <a:p>
          <a:pPr lvl="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fr-FR"/>
            <a:t>GND</a:t>
          </a:r>
        </a:p>
      </dsp:txBody>
      <dsp:txXfrm>
        <a:off x="7338139" y="3444503"/>
        <a:ext cx="1048306" cy="524153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hierarchy2">
  <dgm:title val=""/>
  <dgm:desc val=""/>
  <dgm:catLst>
    <dgm:cat type="hierarchy" pri="5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21">
          <dgm:prSet phldr="1"/>
        </dgm:pt>
        <dgm:pt modelId="22">
          <dgm:prSet phldr="1"/>
        </dgm:pt>
        <dgm:pt modelId="3">
          <dgm:prSet phldr="1"/>
        </dgm:pt>
        <dgm:pt modelId="31">
          <dgm:prSet phldr="1"/>
        </dgm:pt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" destId="22" srcOrd="1" destOrd="0"/>
        <dgm:cxn modelId="33" srcId="3" destId="3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12"/>
      </dgm:ptLst>
      <dgm:cxnLst>
        <dgm:cxn modelId="2" srcId="0" destId="1" srcOrd="0" destOrd="0"/>
        <dgm:cxn modelId="13" srcId="1" destId="11" srcOrd="0" destOrd="0"/>
        <dgm:cxn modelId="14" srcId="1" destId="1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21"/>
        <dgm:pt modelId="211"/>
        <dgm:pt modelId="3"/>
        <dgm:pt modelId="31"/>
        <dgm:pt modelId="311"/>
      </dgm:ptLst>
      <dgm:cxnLst>
        <dgm:cxn modelId="4" srcId="0" destId="1" srcOrd="0" destOrd="0"/>
        <dgm:cxn modelId="5" srcId="1" destId="2" srcOrd="0" destOrd="0"/>
        <dgm:cxn modelId="6" srcId="1" destId="3" srcOrd="1" destOrd="0"/>
        <dgm:cxn modelId="23" srcId="2" destId="21" srcOrd="0" destOrd="0"/>
        <dgm:cxn modelId="24" srcId="21" destId="211" srcOrd="0" destOrd="0"/>
        <dgm:cxn modelId="33" srcId="3" destId="31" srcOrd="0" destOrd="0"/>
        <dgm:cxn modelId="34" srcId="31" destId="311" srcOrd="0" destOrd="0"/>
      </dgm:cxnLst>
      <dgm:bg/>
      <dgm:whole/>
    </dgm:dataModel>
  </dgm:clrData>
  <dgm:layoutNode name="diagram">
    <dgm:varLst>
      <dgm:chPref val="1"/>
      <dgm:dir/>
      <dgm:animOne val="branch"/>
      <dgm:animLvl val="lvl"/>
      <dgm:resizeHandles val="exact"/>
    </dgm:varLst>
    <dgm:choose name="Name0">
      <dgm:if name="Name1" func="var" arg="dir" op="equ" val="norm">
        <dgm:alg type="hierChild">
          <dgm:param type="linDir" val="fromT"/>
          <dgm:param type="chAlign" val="l"/>
        </dgm:alg>
      </dgm:if>
      <dgm:else name="Name2">
        <dgm:alg type="hierChild">
          <dgm:param type="linDir" val="fromT"/>
          <dgm:param type="chAlign" val="r"/>
        </dgm:alg>
      </dgm:else>
    </dgm:choose>
    <dgm:shape xmlns:r="http://schemas.openxmlformats.org/officeDocument/2006/relationships" r:blip="">
      <dgm:adjLst/>
    </dgm:shape>
    <dgm:presOf/>
    <dgm:constrLst>
      <dgm:constr type="h" for="des" ptType="node" refType="h"/>
      <dgm:constr type="w" for="des" ptType="node" refType="h" refFor="des" refPtType="node" fact="2"/>
      <dgm:constr type="sibSp" refType="h" refFor="des" refPtType="node" op="equ" fact="0.15"/>
      <dgm:constr type="sibSp" for="des" forName="level2hierChild" refType="h" refFor="des" refPtType="node" op="equ" fact="0.15"/>
      <dgm:constr type="sibSp" for="des" forName="level3hierChild" refType="h" refFor="des" refPtType="node" op="equ" fact="0.15"/>
      <dgm:constr type="sp" for="des" forName="root1" refType="w" refFor="des" refPtType="node" fact="0.4"/>
      <dgm:constr type="sp" for="des" forName="root2" refType="sp" refFor="des" refForName="root1" op="equ"/>
      <dgm:constr type="primFontSz" for="des" ptType="node" op="equ" val="65"/>
      <dgm:constr type="primFontSz" for="des" forName="connTx" op="equ" val="55"/>
      <dgm:constr type="primFontSz" for="des" forName="connTx" refType="primFontSz" refFor="des" refPtType="node" op="lte" fact="0.8"/>
    </dgm:constrLst>
    <dgm:ruleLst/>
    <dgm:forEach name="Name3" axis="ch">
      <dgm:forEach name="Name4" axis="self" ptType="node">
        <dgm:layoutNode name="root1">
          <dgm:choose name="Name5">
            <dgm:if name="Name6" func="var" arg="dir" op="equ" val="norm">
              <dgm:alg type="hierRoot">
                <dgm:param type="hierAlign" val="lCtrCh"/>
              </dgm:alg>
            </dgm:if>
            <dgm:else name="Name7">
              <dgm:alg type="hierRoot">
                <dgm:param type="hierAlign" val="rCtrCh"/>
              </dgm:alg>
            </dgm:else>
          </dgm:choose>
          <dgm:shape xmlns:r="http://schemas.openxmlformats.org/officeDocument/2006/relationships" r:blip="">
            <dgm:adjLst/>
          </dgm:shape>
          <dgm:presOf/>
          <dgm:constrLst/>
          <dgm:ruleLst/>
          <dgm:layoutNode name="LevelOneTextNode" styleLbl="node0">
            <dgm:varLst>
              <dgm:chPref val="3"/>
            </dgm:varLst>
            <dgm:alg type="tx"/>
            <dgm:shape xmlns:r="http://schemas.openxmlformats.org/officeDocument/2006/relationships" type="roundRect" r:blip="">
              <dgm:adjLst>
                <dgm:adj idx="1" val="0.1"/>
              </dgm:adjLst>
            </dgm:shape>
            <dgm:presOf axis="self"/>
            <dgm:constrLst>
              <dgm:constr type="tMarg" refType="primFontSz" fact="0.05"/>
              <dgm:constr type="bMarg" refType="primFontSz" fact="0.05"/>
              <dgm:constr type="lMarg" refType="primFontSz" fact="0.05"/>
              <dgm:constr type="rMarg" refType="primFontSz" fact="0.05"/>
            </dgm:constrLst>
            <dgm:ruleLst>
              <dgm:rule type="primFontSz" val="5" fact="NaN" max="NaN"/>
            </dgm:ruleLst>
          </dgm:layoutNode>
          <dgm:layoutNode name="level2hierChild">
            <dgm:choose name="Name8">
              <dgm:if name="Name9" func="var" arg="dir" op="equ" val="norm">
                <dgm:alg type="hierChild">
                  <dgm:param type="linDir" val="fromT"/>
                  <dgm:param type="chAlign" val="l"/>
                </dgm:alg>
              </dgm:if>
              <dgm:else name="Name10">
                <dgm:alg type="hierChild">
                  <dgm:param type="linDir" val="fromT"/>
                  <dgm:param type="chAlign" val="r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eat" axis="ch">
              <dgm:forEach name="Name11" axis="self" ptType="parTrans" cnt="1">
                <dgm:layoutNode name="conn2-1">
                  <dgm:choose name="Name12">
                    <dgm:if name="Name13" func="var" arg="dir" op="equ" val="norm">
                      <dgm:alg type="conn">
                        <dgm:param type="dim" val="1D"/>
                        <dgm:param type="endSty" val="noArr"/>
                        <dgm:param type="begPts" val="midR"/>
                        <dgm:param type="endPts" val="midL"/>
                      </dgm:alg>
                    </dgm:if>
                    <dgm:else name="Name14">
                      <dgm:alg type="conn">
                        <dgm:param type="dim" val="1D"/>
                        <dgm:param type="endSty" val="noArr"/>
                        <dgm:param type="begPts" val="midL"/>
                        <dgm:param type="endPts" val="midR"/>
                      </dgm:alg>
                    </dgm:else>
                  </dgm:choose>
                  <dgm:shape xmlns:r="http://schemas.openxmlformats.org/officeDocument/2006/relationships" type="conn" r:blip="">
                    <dgm:adjLst/>
                  </dgm:shape>
                  <dgm:presOf axis="self"/>
                  <dgm:constrLst>
                    <dgm:constr type="w" val="1"/>
                    <dgm:constr type="h" val="5"/>
                    <dgm:constr type="connDist"/>
                    <dgm:constr type="begPad"/>
                    <dgm:constr type="endPad"/>
                    <dgm:constr type="userA" for="ch" refType="connDist"/>
                  </dgm:constrLst>
                  <dgm:ruleLst/>
                  <dgm:layoutNode name="connTx">
                    <dgm:alg type="tx">
                      <dgm:param type="autoTxRot" val="grav"/>
                    </dgm:alg>
                    <dgm:shape xmlns:r="http://schemas.openxmlformats.org/officeDocument/2006/relationships" type="rect" r:blip="" hideGeom="1">
                      <dgm:adjLst/>
                    </dgm:shape>
                    <dgm:presOf axis="self"/>
                    <dgm:constrLst>
                      <dgm:constr type="userA"/>
                      <dgm:constr type="w" refType="userA" fact="0.05"/>
                      <dgm:constr type="h" refType="userA" fact="0.05"/>
                      <dgm:constr type="lMarg" val="1"/>
                      <dgm:constr type="rMarg" val="1"/>
                      <dgm:constr type="tMarg"/>
                      <dgm:constr type="bMarg"/>
                    </dgm:constrLst>
                    <dgm:ruleLst>
                      <dgm:rule type="h" val="NaN" fact="0.25" max="NaN"/>
                      <dgm:rule type="w" val="NaN" fact="0.8" max="NaN"/>
                      <dgm:rule type="primFontSz" val="5" fact="NaN" max="NaN"/>
                    </dgm:ruleLst>
                  </dgm:layoutNode>
                </dgm:layoutNode>
              </dgm:forEach>
              <dgm:forEach name="Name15" axis="self" ptType="node">
                <dgm:layoutNode name="root2">
                  <dgm:choose name="Name16">
                    <dgm:if name="Name17" func="var" arg="dir" op="equ" val="norm">
                      <dgm:alg type="hierRoot">
                        <dgm:param type="hierAlign" val="lCtrCh"/>
                      </dgm:alg>
                    </dgm:if>
                    <dgm:else name="Name18">
                      <dgm:alg type="hierRoot">
                        <dgm:param type="hierAlign" val="rCtrCh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layoutNode name="LevelTwoTextNode">
                    <dgm:varLst>
                      <dgm:chPref val="3"/>
                    </dgm:varLst>
                    <dgm:alg type="tx"/>
                    <dgm:shape xmlns:r="http://schemas.openxmlformats.org/officeDocument/2006/relationships" type="roundRect" r:blip="">
                      <dgm:adjLst>
                        <dgm:adj idx="1" val="0.1"/>
                      </dgm:adjLst>
                    </dgm:shape>
                    <dgm:presOf axis="self"/>
                    <dgm:constrLst>
                      <dgm:constr type="tMarg" refType="primFontSz" fact="0.05"/>
                      <dgm:constr type="bMarg" refType="primFontSz" fact="0.05"/>
                      <dgm:constr type="lMarg" refType="primFontSz" fact="0.05"/>
                      <dgm:constr type="r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level3hierChild">
                    <dgm:choose name="Name19">
                      <dgm:if name="Name20" func="var" arg="dir" op="equ" val="norm">
                        <dgm:alg type="hierChild">
                          <dgm:param type="linDir" val="fromT"/>
                          <dgm:param type="chAlign" val="l"/>
                        </dgm:alg>
                      </dgm:if>
                      <dgm:else name="Name21">
                        <dgm:alg type="hierChild">
                          <dgm:param type="linDir" val="fromT"/>
                          <dgm:param type="chAlign" val="r"/>
                        </dgm:alg>
                      </dgm:else>
                    </dgm:choose>
                    <dgm:shape xmlns:r="http://schemas.openxmlformats.org/officeDocument/2006/relationships" r:blip="">
                      <dgm:adjLst/>
                    </dgm:shape>
                    <dgm:presOf/>
                    <dgm:constrLst/>
                    <dgm:ruleLst/>
                    <dgm:forEach name="Name22" ref="repeat"/>
                  </dgm:layoutNode>
                </dgm:layoutNode>
              </dgm:forEach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callout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olid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2">
  <dgm:title val=""/>
  <dgm:desc val=""/>
  <dgm:catLst>
    <dgm:cat type="simple" pri="102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txPr/>
    <dgm:style>
      <a:lnRef idx="3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Diapositive de titr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3048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25146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Sous-titre 8"/>
          <p:cNvSpPr>
            <a:spLocks noGrp="1"/>
          </p:cNvSpPr>
          <p:nvPr>
            <p:ph type="subTitle" idx="1" hasCustomPrompt="1"/>
          </p:nvPr>
        </p:nvSpPr>
        <p:spPr>
          <a:xfrm>
            <a:off x="1371600" y="2819400"/>
            <a:ext cx="6400800" cy="1752600"/>
          </a:xfrm>
        </p:spPr>
        <p:txBody>
          <a:bodyPr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</a:lstStyle>
          <a:p>
            <a:r>
              <a:rPr kumimoji="0" lang="fr-FR" smtClean="0"/>
              <a:t>Cliquez pour modifier le style des sous-titres du masque</a:t>
            </a:r>
            <a:endParaRPr kumimoji="0" lang="en-US"/>
          </a:p>
        </p:txBody>
      </p:sp>
      <p:sp>
        <p:nvSpPr>
          <p:cNvPr id="28" name="Espace réservé de la date 27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17" name="Espace réservé du pied de page 16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Connecteur droit 6"/>
          <p:cNvSpPr>
            <a:spLocks noChangeShapeType="1"/>
          </p:cNvSpPr>
          <p:nvPr/>
        </p:nvSpPr>
        <p:spPr bwMode="auto">
          <a:xfrm>
            <a:off x="155448" y="2420112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Ellipse 12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9" name="Espace réservé du numéro de diapositive 28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8" name="Titre 7"/>
          <p:cNvSpPr>
            <a:spLocks noGrp="1"/>
          </p:cNvSpPr>
          <p:nvPr>
            <p:ph type="ctrTitle" hasCustomPrompt="1"/>
          </p:nvPr>
        </p:nvSpPr>
        <p:spPr>
          <a:xfrm>
            <a:off x="685800" y="381000"/>
            <a:ext cx="7772400" cy="1752600"/>
          </a:xfrm>
        </p:spPr>
        <p:txBody>
          <a:bodyPr anchor="b"/>
          <a:lstStyle>
            <a:lvl1pPr>
              <a:defRPr sz="4200">
                <a:solidFill>
                  <a:schemeClr val="accent1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61688" y="1026372"/>
            <a:ext cx="457200" cy="441325"/>
          </a:xfrm>
        </p:spPr>
        <p:txBody>
          <a:bodyPr/>
          <a:lstStyle/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8" name="Espace réservé du contenu 7"/>
          <p:cNvSpPr>
            <a:spLocks noGrp="1"/>
          </p:cNvSpPr>
          <p:nvPr>
            <p:ph sz="quarter" idx="1" hasCustomPrompt="1"/>
          </p:nvPr>
        </p:nvSpPr>
        <p:spPr>
          <a:xfrm>
            <a:off x="301752" y="1527048"/>
            <a:ext cx="8503920" cy="45720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 showMasterSp="0">
  <p:cSld name="Titre de section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1905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152400" y="2286000"/>
            <a:ext cx="8833104" cy="304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5448" y="142352"/>
            <a:ext cx="8833104" cy="2139696"/>
          </a:xfrm>
          <a:prstGeom prst="rect">
            <a:avLst/>
          </a:prstGeom>
          <a:solidFill>
            <a:schemeClr val="accent1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1368426" y="2743200"/>
            <a:ext cx="6480174" cy="1673225"/>
          </a:xfrm>
        </p:spPr>
        <p:txBody>
          <a:bodyPr anchor="t"/>
          <a:lstStyle>
            <a:lvl1pPr marL="0" indent="0" algn="ctr">
              <a:buNone/>
              <a:defRPr sz="1600" b="1" cap="all" spc="250" baseline="0">
                <a:solidFill>
                  <a:schemeClr val="tx2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Rectangle 13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>
            <a:off x="152400" y="2438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4267200" y="2115312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4361688" y="2209800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4343400" y="2199450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722313" y="533400"/>
            <a:ext cx="7772400" cy="1524000"/>
          </a:xfrm>
        </p:spPr>
        <p:txBody>
          <a:bodyPr anchor="b"/>
          <a:lstStyle>
            <a:lvl1pPr algn="ctr">
              <a:buNone/>
              <a:defRPr sz="4200" b="0" cap="none" baseline="0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01752" y="228600"/>
            <a:ext cx="8534400" cy="758952"/>
          </a:xfrm>
        </p:spPr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91200" y="6409944"/>
            <a:ext cx="3044952" cy="365760"/>
          </a:xfrm>
        </p:spPr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8" name="Connecteur droit 7"/>
          <p:cNvSpPr>
            <a:spLocks noChangeShapeType="1"/>
          </p:cNvSpPr>
          <p:nvPr/>
        </p:nvSpPr>
        <p:spPr bwMode="auto">
          <a:xfrm flipV="1">
            <a:off x="4563080" y="1575652"/>
            <a:ext cx="8921" cy="4819557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Espace réservé du contenu 9"/>
          <p:cNvSpPr>
            <a:spLocks noGrp="1"/>
          </p:cNvSpPr>
          <p:nvPr>
            <p:ph sz="half" idx="1" hasCustomPrompt="1"/>
          </p:nvPr>
        </p:nvSpPr>
        <p:spPr>
          <a:xfrm>
            <a:off x="301752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2" name="Espace réservé du contenu 11"/>
          <p:cNvSpPr>
            <a:spLocks noGrp="1"/>
          </p:cNvSpPr>
          <p:nvPr>
            <p:ph sz="half" idx="2" hasCustomPrompt="1"/>
          </p:nvPr>
        </p:nvSpPr>
        <p:spPr>
          <a:xfrm>
            <a:off x="4800600" y="1371600"/>
            <a:ext cx="4038600" cy="4681728"/>
          </a:xfrm>
        </p:spPr>
        <p:txBody>
          <a:bodyPr/>
          <a:lstStyle>
            <a:lvl1pPr>
              <a:defRPr sz="2500"/>
            </a:lvl1pPr>
          </a:lstStyle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 showMasterSp="0">
  <p:cSld name="Comparaison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Connecteur droit 9"/>
          <p:cNvSpPr>
            <a:spLocks noChangeShapeType="1"/>
          </p:cNvSpPr>
          <p:nvPr/>
        </p:nvSpPr>
        <p:spPr bwMode="auto">
          <a:xfrm flipV="1">
            <a:off x="4572000" y="2200275"/>
            <a:ext cx="0" cy="4187952"/>
          </a:xfrm>
          <a:prstGeom prst="line">
            <a:avLst/>
          </a:prstGeom>
          <a:noFill/>
          <a:ln w="9525" cap="flat" cmpd="sng" algn="ctr">
            <a:solidFill>
              <a:schemeClr val="tx2"/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white">
          <a:xfrm>
            <a:off x="0" y="0"/>
            <a:ext cx="9144000" cy="14478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/>
          <p:nvPr/>
        </p:nvSpPr>
        <p:spPr>
          <a:xfrm>
            <a:off x="152400" y="1371600"/>
            <a:ext cx="8833104" cy="914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Rectangle 12"/>
          <p:cNvSpPr>
            <a:spLocks noChangeArrowheads="1"/>
          </p:cNvSpPr>
          <p:nvPr/>
        </p:nvSpPr>
        <p:spPr bwMode="auto">
          <a:xfrm>
            <a:off x="145923" y="6391656"/>
            <a:ext cx="8833104" cy="310896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 hasCustomPrompt="1"/>
          </p:nvPr>
        </p:nvSpPr>
        <p:spPr>
          <a:xfrm>
            <a:off x="301752" y="1524000"/>
            <a:ext cx="4040188" cy="732974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lang="en-US" sz="2200" b="1" dirty="0" smtClean="0">
                <a:solidFill>
                  <a:srgbClr val="FFFFFF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3" hasCustomPrompt="1"/>
          </p:nvPr>
        </p:nvSpPr>
        <p:spPr>
          <a:xfrm>
            <a:off x="4791330" y="1524000"/>
            <a:ext cx="4041775" cy="731520"/>
          </a:xfrm>
          <a:noFill/>
          <a:ln w="15875" cap="rnd" cmpd="sng" algn="ctr">
            <a:noFill/>
            <a:prstDash val="solid"/>
          </a:ln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minor">
            <a:schemeClr val="lt1"/>
          </a:fontRef>
        </p:style>
        <p:txBody>
          <a:bodyPr anchor="ctr">
            <a:noAutofit/>
          </a:bodyPr>
          <a:lstStyle>
            <a:lvl1pPr marL="0" indent="0">
              <a:buNone/>
              <a:defRPr sz="2200" b="1"/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>
          <a:xfrm>
            <a:off x="304800" y="6409944"/>
            <a:ext cx="3581400" cy="365760"/>
          </a:xfrm>
        </p:spPr>
        <p:txBody>
          <a:bodyPr/>
          <a:lstStyle/>
          <a:p>
            <a:endParaRPr lang="fr-FR"/>
          </a:p>
        </p:txBody>
      </p:sp>
      <p:sp>
        <p:nvSpPr>
          <p:cNvPr id="15" name="Connecteur droit 14"/>
          <p:cNvSpPr>
            <a:spLocks noChangeShapeType="1"/>
          </p:cNvSpPr>
          <p:nvPr/>
        </p:nvSpPr>
        <p:spPr bwMode="auto">
          <a:xfrm>
            <a:off x="152400" y="128016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4" name="Espace réservé du contenu 23"/>
          <p:cNvSpPr>
            <a:spLocks noGrp="1"/>
          </p:cNvSpPr>
          <p:nvPr>
            <p:ph sz="quarter" idx="2" hasCustomPrompt="1"/>
          </p:nvPr>
        </p:nvSpPr>
        <p:spPr>
          <a:xfrm>
            <a:off x="301752" y="2471383"/>
            <a:ext cx="4041648" cy="3818404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6" name="Espace réservé du contenu 25"/>
          <p:cNvSpPr>
            <a:spLocks noGrp="1"/>
          </p:cNvSpPr>
          <p:nvPr>
            <p:ph sz="quarter" idx="4" hasCustomPrompt="1"/>
          </p:nvPr>
        </p:nvSpPr>
        <p:spPr>
          <a:xfrm>
            <a:off x="4800600" y="2471383"/>
            <a:ext cx="4038600" cy="3822192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25" name="Ellipse 24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7" name="Ellipse 26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>
          <a:xfrm>
            <a:off x="4343400" y="1042416"/>
            <a:ext cx="457200" cy="441325"/>
          </a:xfrm>
        </p:spPr>
        <p:txBody>
          <a:bodyPr/>
          <a:lstStyle>
            <a:lvl1pPr algn="ctr">
              <a:defRPr/>
            </a:lvl1pPr>
          </a:lstStyle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23" name="Titre 22"/>
          <p:cNvSpPr>
            <a:spLocks noGrp="1"/>
          </p:cNvSpPr>
          <p:nvPr>
            <p:ph type="title" hasCustomPrompt="1"/>
          </p:nvPr>
        </p:nvSpPr>
        <p:spPr/>
        <p:txBody>
          <a:bodyPr rtlCol="0" anchor="b" anchorCtr="0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>
          <a:xfrm>
            <a:off x="4343400" y="1036020"/>
            <a:ext cx="457200" cy="441325"/>
          </a:xfrm>
        </p:spPr>
        <p:txBody>
          <a:bodyPr/>
          <a:lstStyle/>
          <a:p>
            <a:fld id="{C9ADF815-C559-485A-A31F-88B4E06AA0EF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 showMasterSp="0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6" name="Rectangle 5"/>
          <p:cNvSpPr>
            <a:spLocks noChangeArrowheads="1"/>
          </p:cNvSpPr>
          <p:nvPr/>
        </p:nvSpPr>
        <p:spPr bwMode="auto">
          <a:xfrm>
            <a:off x="152400" y="158496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>
          <a:xfrm>
            <a:off x="4267200" y="6324600"/>
            <a:ext cx="609600" cy="441324"/>
          </a:xfr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C9ADF815-C559-485A-A31F-88B4E06AA0EF}" type="slidenum">
              <a:rPr lang="fr-FR" smtClean="0"/>
            </a:fld>
            <a:endParaRPr lang="fr-FR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 showMasterSp="0">
  <p:cSld name="Contenu avec légende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Rectangle 18"/>
          <p:cNvSpPr>
            <a:spLocks noChangeArrowheads="1"/>
          </p:cNvSpPr>
          <p:nvPr/>
        </p:nvSpPr>
        <p:spPr bwMode="auto">
          <a:xfrm>
            <a:off x="152400" y="152400"/>
            <a:ext cx="8833104" cy="304800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18872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3" name="Rectangle 12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81000" y="914400"/>
            <a:ext cx="2362200" cy="990600"/>
          </a:xfrm>
        </p:spPr>
        <p:txBody>
          <a:bodyPr anchor="b">
            <a:noAutofit/>
          </a:bodyPr>
          <a:lstStyle>
            <a:lvl1pPr algn="l">
              <a:buNone/>
              <a:defRPr sz="2200" b="1">
                <a:solidFill>
                  <a:srgbClr val="FFFFFF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2" hasCustomPrompt="1"/>
          </p:nvPr>
        </p:nvSpPr>
        <p:spPr>
          <a:xfrm>
            <a:off x="381000" y="1981200"/>
            <a:ext cx="2362200" cy="4144963"/>
          </a:xfrm>
        </p:spPr>
        <p:txBody>
          <a:bodyPr/>
          <a:lstStyle>
            <a:lvl1pPr marL="0" indent="0">
              <a:spcAft>
                <a:spcPts val="1000"/>
              </a:spcAft>
              <a:buNone/>
              <a:defRPr sz="1600">
                <a:solidFill>
                  <a:srgbClr val="FFFFFF"/>
                </a:solidFill>
              </a:defRPr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2400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9" name="Connecteur droit 8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20" name="Espace réservé du contenu 19"/>
          <p:cNvSpPr>
            <a:spLocks noGrp="1"/>
          </p:cNvSpPr>
          <p:nvPr>
            <p:ph sz="quarter" idx="1" hasCustomPrompt="1"/>
          </p:nvPr>
        </p:nvSpPr>
        <p:spPr>
          <a:xfrm>
            <a:off x="3124200" y="685800"/>
            <a:ext cx="5638800" cy="5410200"/>
          </a:xfrm>
        </p:spPr>
        <p:txBody>
          <a:bodyPr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10" name="Ellipse 9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1" name="Ellipse 10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>
            <a:lvl1pPr>
              <a:defRPr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21" name="Rectangle 20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383280" cy="365760"/>
          </a:xfrm>
        </p:spPr>
        <p:txBody>
          <a:bodyPr/>
          <a:lstStyle/>
          <a:p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 showMasterSp="0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Connecteur droit 20"/>
          <p:cNvSpPr>
            <a:spLocks noChangeShapeType="1"/>
          </p:cNvSpPr>
          <p:nvPr/>
        </p:nvSpPr>
        <p:spPr bwMode="auto">
          <a:xfrm>
            <a:off x="152400" y="533400"/>
            <a:ext cx="8833104" cy="0"/>
          </a:xfrm>
          <a:prstGeom prst="line">
            <a:avLst/>
          </a:prstGeom>
          <a:noFill/>
          <a:ln w="11430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20" name="Rectangle 19"/>
          <p:cNvSpPr>
            <a:spLocks noChangeArrowheads="1"/>
          </p:cNvSpPr>
          <p:nvPr/>
        </p:nvSpPr>
        <p:spPr bwMode="auto">
          <a:xfrm>
            <a:off x="152400" y="152400"/>
            <a:ext cx="8833104" cy="301752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/>
          <p:nvPr/>
        </p:nvSpPr>
        <p:spPr>
          <a:xfrm>
            <a:off x="152400" y="609600"/>
            <a:ext cx="2743200" cy="5867400"/>
          </a:xfrm>
          <a:prstGeom prst="rect">
            <a:avLst/>
          </a:prstGeom>
          <a:solidFill>
            <a:schemeClr val="accent1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Rectangle 14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2" name="Ellipse 11"/>
          <p:cNvSpPr/>
          <p:nvPr/>
        </p:nvSpPr>
        <p:spPr>
          <a:xfrm>
            <a:off x="1295400" y="228600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3" name="Ellipse 12"/>
          <p:cNvSpPr/>
          <p:nvPr/>
        </p:nvSpPr>
        <p:spPr>
          <a:xfrm>
            <a:off x="1389888" y="323088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>
          <a:xfrm>
            <a:off x="1371600" y="312738"/>
            <a:ext cx="457200" cy="441325"/>
          </a:xfrm>
        </p:spPr>
        <p:txBody>
          <a:bodyPr/>
          <a:lstStyle/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>
          <a:xfrm>
            <a:off x="3000375" y="5029200"/>
            <a:ext cx="5867400" cy="1219200"/>
          </a:xfrm>
        </p:spPr>
        <p:txBody>
          <a:bodyPr anchor="t">
            <a:noAutofit/>
          </a:bodyPr>
          <a:lstStyle>
            <a:lvl1pPr algn="l">
              <a:buNone/>
              <a:defRPr sz="2400" b="1">
                <a:solidFill>
                  <a:schemeClr val="tx2"/>
                </a:solidFill>
              </a:defRPr>
            </a:lvl1pPr>
          </a:lstStyle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3000375" y="609600"/>
            <a:ext cx="5867400" cy="4267200"/>
          </a:xfrm>
        </p:spPr>
        <p:txBody>
          <a:bodyPr/>
          <a:lstStyle>
            <a:lvl1pPr marL="0" indent="0">
              <a:buNone/>
              <a:defRPr sz="3200"/>
            </a:lvl1pPr>
          </a:lstStyle>
          <a:p>
            <a:r>
              <a:rPr kumimoji="0" lang="fr-FR" smtClean="0"/>
              <a:t>Cliquez sur l'icône pour ajouter une image</a:t>
            </a:r>
            <a:endParaRPr kumimoji="0" lang="en-US" dirty="0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 hasCustomPrompt="1"/>
          </p:nvPr>
        </p:nvSpPr>
        <p:spPr>
          <a:xfrm>
            <a:off x="381000" y="990600"/>
            <a:ext cx="2438400" cy="5257800"/>
          </a:xfrm>
        </p:spPr>
        <p:txBody>
          <a:bodyPr/>
          <a:lstStyle>
            <a:lvl1pPr marL="0" indent="0">
              <a:spcAft>
                <a:spcPts val="1000"/>
              </a:spcAft>
              <a:buFontTx/>
              <a:buNone/>
              <a:defRPr sz="1600">
                <a:solidFill>
                  <a:srgbClr val="FFFFFF"/>
                </a:solidFill>
              </a:defRPr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</a:lstStyle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</p:txBody>
      </p:sp>
      <p:sp>
        <p:nvSpPr>
          <p:cNvPr id="22" name="Rectangle 21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>
          <a:xfrm>
            <a:off x="5788152" y="6404984"/>
            <a:ext cx="3044952" cy="365760"/>
          </a:xfrm>
        </p:spPr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>
          <a:xfrm>
            <a:off x="301752" y="6410848"/>
            <a:ext cx="3584448" cy="365760"/>
          </a:xfrm>
        </p:spPr>
        <p:txBody>
          <a:bodyPr/>
          <a:lstStyle/>
          <a:p>
            <a:endParaRPr lang="fr-FR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/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9ADF815-C559-485A-A31F-88B4E06AA0EF}" type="slidenum">
              <a:rPr lang="fr-FR" smtClean="0"/>
            </a:fld>
            <a:endParaRPr lang="fr-FR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 showMasterSp="0">
  <p:cSld name="Titre vertical et texte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white">
          <a:xfrm>
            <a:off x="7010400" y="0"/>
            <a:ext cx="21336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white">
          <a:xfrm>
            <a:off x="0" y="0"/>
            <a:ext cx="9144000" cy="155448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0" name="Rectangle 9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1" name="Rectangle 10"/>
          <p:cNvSpPr>
            <a:spLocks noChangeArrowheads="1"/>
          </p:cNvSpPr>
          <p:nvPr/>
        </p:nvSpPr>
        <p:spPr bwMode="auto">
          <a:xfrm>
            <a:off x="146304" y="6391656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Rectangle 11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3" name="Connecteur droit 12"/>
          <p:cNvSpPr>
            <a:spLocks noChangeShapeType="1"/>
          </p:cNvSpPr>
          <p:nvPr/>
        </p:nvSpPr>
        <p:spPr bwMode="auto">
          <a:xfrm rot="5400000">
            <a:off x="4021836" y="3278124"/>
            <a:ext cx="6245352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llipse 13"/>
          <p:cNvSpPr/>
          <p:nvPr/>
        </p:nvSpPr>
        <p:spPr>
          <a:xfrm>
            <a:off x="6839712" y="2925763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6934200" y="3020251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>
          <a:xfrm>
            <a:off x="6915912" y="3009901"/>
            <a:ext cx="457200" cy="441325"/>
          </a:xfrm>
        </p:spPr>
        <p:txBody>
          <a:bodyPr/>
          <a:lstStyle/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 hasCustomPrompt="1"/>
          </p:nvPr>
        </p:nvSpPr>
        <p:spPr>
          <a:xfrm>
            <a:off x="304800" y="304800"/>
            <a:ext cx="6553200" cy="5821366"/>
          </a:xfrm>
        </p:spPr>
        <p:txBody>
          <a:bodyPr vert="eaVert"/>
          <a:lstStyle/>
          <a:p>
            <a:pPr lvl="0" eaLnBrk="1" latinLnBrk="0" hangingPunct="1"/>
            <a:r>
              <a:rPr lang="fr-FR" smtClean="0"/>
              <a:t>Cliquez pour modifier les styles du texte du masque</a:t>
            </a:r>
            <a:endParaRPr lang="fr-FR" smtClean="0"/>
          </a:p>
          <a:p>
            <a:pPr lvl="1" eaLnBrk="1" latinLnBrk="0" hangingPunct="1"/>
            <a:r>
              <a:rPr lang="fr-FR" smtClean="0"/>
              <a:t>Deuxième niveau</a:t>
            </a:r>
            <a:endParaRPr lang="fr-FR" smtClean="0"/>
          </a:p>
          <a:p>
            <a:pPr lvl="2" eaLnBrk="1" latinLnBrk="0" hangingPunct="1"/>
            <a:r>
              <a:rPr lang="fr-FR" smtClean="0"/>
              <a:t>Troisième niveau</a:t>
            </a:r>
            <a:endParaRPr lang="fr-FR" smtClean="0"/>
          </a:p>
          <a:p>
            <a:pPr lvl="3" eaLnBrk="1" latinLnBrk="0" hangingPunct="1"/>
            <a:r>
              <a:rPr lang="fr-FR" smtClean="0"/>
              <a:t>Quatrième niveau</a:t>
            </a:r>
            <a:endParaRPr lang="fr-FR" smtClean="0"/>
          </a:p>
          <a:p>
            <a:pPr lvl="4" eaLnBrk="1" latinLnBrk="0" hangingPunct="1"/>
            <a:r>
              <a:rPr lang="fr-FR" smtClean="0"/>
              <a:t>Cinquième niveau</a:t>
            </a:r>
            <a:endParaRPr kumimoji="0" lang="en-US"/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2" name="Titre vertical 1"/>
          <p:cNvSpPr>
            <a:spLocks noGrp="1"/>
          </p:cNvSpPr>
          <p:nvPr>
            <p:ph type="title" orient="vert" hasCustomPrompt="1"/>
          </p:nvPr>
        </p:nvSpPr>
        <p:spPr>
          <a:xfrm>
            <a:off x="7391400" y="304801"/>
            <a:ext cx="1447800" cy="5851525"/>
          </a:xfrm>
        </p:spPr>
        <p:txBody>
          <a:bodyPr vert="eaVert"/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/>
          <p:cNvSpPr>
            <a:spLocks noChangeArrowheads="1"/>
          </p:cNvSpPr>
          <p:nvPr/>
        </p:nvSpPr>
        <p:spPr bwMode="white">
          <a:xfrm>
            <a:off x="0" y="6705600"/>
            <a:ext cx="9144000" cy="1524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6" name="Rectangle 15"/>
          <p:cNvSpPr>
            <a:spLocks noChangeArrowheads="1"/>
          </p:cNvSpPr>
          <p:nvPr/>
        </p:nvSpPr>
        <p:spPr bwMode="white">
          <a:xfrm>
            <a:off x="0" y="0"/>
            <a:ext cx="9144000" cy="1393371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8" name="Rectangle 17"/>
          <p:cNvSpPr>
            <a:spLocks noChangeArrowheads="1"/>
          </p:cNvSpPr>
          <p:nvPr/>
        </p:nvSpPr>
        <p:spPr bwMode="white">
          <a:xfrm>
            <a:off x="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9" name="Rectangle 18"/>
          <p:cNvSpPr>
            <a:spLocks noChangeArrowheads="1"/>
          </p:cNvSpPr>
          <p:nvPr/>
        </p:nvSpPr>
        <p:spPr bwMode="white">
          <a:xfrm>
            <a:off x="8991600" y="0"/>
            <a:ext cx="152400" cy="6858000"/>
          </a:xfrm>
          <a:prstGeom prst="rect">
            <a:avLst/>
          </a:prstGeom>
          <a:solidFill>
            <a:srgbClr val="FFFFFF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9" name="Rectangle 8"/>
          <p:cNvSpPr>
            <a:spLocks noChangeArrowheads="1"/>
          </p:cNvSpPr>
          <p:nvPr/>
        </p:nvSpPr>
        <p:spPr bwMode="auto">
          <a:xfrm>
            <a:off x="149352" y="6388385"/>
            <a:ext cx="8833104" cy="309563"/>
          </a:xfrm>
          <a:prstGeom prst="rect">
            <a:avLst/>
          </a:prstGeom>
          <a:solidFill>
            <a:schemeClr val="accent3"/>
          </a:solidFill>
          <a:ln w="9525" cap="flat" cmpd="sng" algn="ctr">
            <a:noFill/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4" name="Espace réservé de la date 13"/>
          <p:cNvSpPr>
            <a:spLocks noGrp="1"/>
          </p:cNvSpPr>
          <p:nvPr>
            <p:ph type="dt" sz="half" idx="2"/>
          </p:nvPr>
        </p:nvSpPr>
        <p:spPr>
          <a:xfrm>
            <a:off x="5791200" y="6404984"/>
            <a:ext cx="3044952" cy="365760"/>
          </a:xfrm>
          <a:prstGeom prst="rect">
            <a:avLst/>
          </a:prstGeom>
        </p:spPr>
        <p:txBody>
          <a:bodyPr vert="horz"/>
          <a:lstStyle>
            <a:lvl1pPr algn="r" eaLnBrk="1" latinLnBrk="0" hangingPunct="1">
              <a:defRPr kumimoji="0" sz="1400">
                <a:solidFill>
                  <a:srgbClr val="FFFFFF"/>
                </a:solidFill>
              </a:defRPr>
            </a:lvl1pPr>
          </a:lstStyle>
          <a:p>
            <a:fld id="{6F0D36A8-8750-4986-B020-66B0216337F9}" type="datetimeFigureOut">
              <a:rPr lang="fr-FR" smtClean="0"/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304800" y="6410848"/>
            <a:ext cx="3581400" cy="365760"/>
          </a:xfrm>
          <a:prstGeom prst="rect">
            <a:avLst/>
          </a:prstGeom>
        </p:spPr>
        <p:txBody>
          <a:bodyPr vert="horz"/>
          <a:lstStyle>
            <a:lvl1pPr algn="l" eaLnBrk="1" latinLnBrk="0" hangingPunct="1">
              <a:defRPr kumimoji="0" sz="1200">
                <a:solidFill>
                  <a:srgbClr val="FFFFFF"/>
                </a:solidFill>
              </a:defRPr>
            </a:lvl1pPr>
          </a:lstStyle>
          <a:p>
            <a:endParaRPr lang="fr-FR"/>
          </a:p>
        </p:txBody>
      </p:sp>
      <p:sp>
        <p:nvSpPr>
          <p:cNvPr id="8" name="Rectangle 7"/>
          <p:cNvSpPr>
            <a:spLocks noChangeArrowheads="1"/>
          </p:cNvSpPr>
          <p:nvPr/>
        </p:nvSpPr>
        <p:spPr bwMode="auto">
          <a:xfrm>
            <a:off x="152400" y="155448"/>
            <a:ext cx="8833104" cy="6547104"/>
          </a:xfrm>
          <a:prstGeom prst="rect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olid"/>
            <a:miter lim="800000"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 dirty="0"/>
          </a:p>
        </p:txBody>
      </p:sp>
      <p:sp>
        <p:nvSpPr>
          <p:cNvPr id="10" name="Connecteur droit 9"/>
          <p:cNvSpPr>
            <a:spLocks noChangeShapeType="1"/>
          </p:cNvSpPr>
          <p:nvPr/>
        </p:nvSpPr>
        <p:spPr bwMode="auto">
          <a:xfrm>
            <a:off x="152400" y="1276743"/>
            <a:ext cx="8833104" cy="0"/>
          </a:xfrm>
          <a:prstGeom prst="line">
            <a:avLst/>
          </a:prstGeom>
          <a:noFill/>
          <a:ln w="9525" cap="flat" cmpd="sng" algn="ctr">
            <a:solidFill>
              <a:schemeClr val="accent3">
                <a:shade val="75000"/>
              </a:schemeClr>
            </a:solidFill>
            <a:prstDash val="sysDash"/>
            <a:round/>
            <a:headEnd type="none" w="med" len="med"/>
            <a:tailEnd type="none" w="med" len="med"/>
          </a:ln>
          <a:effectLst/>
        </p:spPr>
        <p:txBody>
          <a:bodyPr vert="horz" wrap="none" lIns="91440" tIns="45720" rIns="91440" bIns="45720" anchor="ctr" compatLnSpc="1"/>
          <a:lstStyle/>
          <a:p>
            <a:endParaRPr kumimoji="0" lang="en-US"/>
          </a:p>
        </p:txBody>
      </p:sp>
      <p:sp>
        <p:nvSpPr>
          <p:cNvPr id="12" name="Ellipse 11"/>
          <p:cNvSpPr/>
          <p:nvPr/>
        </p:nvSpPr>
        <p:spPr>
          <a:xfrm>
            <a:off x="4267200" y="956036"/>
            <a:ext cx="609600" cy="609600"/>
          </a:xfrm>
          <a:prstGeom prst="ellipse">
            <a:avLst/>
          </a:prstGeom>
          <a:solidFill>
            <a:srgbClr val="FFFFFF"/>
          </a:solidFill>
          <a:ln w="15875" cap="rnd" cmpd="sng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15" name="Ellipse 14"/>
          <p:cNvSpPr/>
          <p:nvPr/>
        </p:nvSpPr>
        <p:spPr>
          <a:xfrm>
            <a:off x="4361688" y="1050524"/>
            <a:ext cx="420624" cy="420624"/>
          </a:xfrm>
          <a:prstGeom prst="ellipse">
            <a:avLst/>
          </a:prstGeom>
          <a:solidFill>
            <a:srgbClr val="FFFFFF"/>
          </a:solidFill>
          <a:ln w="50800" cap="rnd" cmpd="dbl" algn="ctr">
            <a:solidFill>
              <a:schemeClr val="accent3">
                <a:shade val="75000"/>
              </a:schemeClr>
            </a:solidFill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/>
          <a:p>
            <a:pPr algn="ctr" eaLnBrk="1" latinLnBrk="0" hangingPunct="1"/>
            <a:endParaRPr kumimoji="0" lang="en-US"/>
          </a:p>
        </p:txBody>
      </p:sp>
      <p:sp>
        <p:nvSpPr>
          <p:cNvPr id="23" name="Espace réservé du numéro de diapositive 22"/>
          <p:cNvSpPr>
            <a:spLocks noGrp="1"/>
          </p:cNvSpPr>
          <p:nvPr>
            <p:ph type="sldNum" sz="quarter" idx="4"/>
          </p:nvPr>
        </p:nvSpPr>
        <p:spPr>
          <a:xfrm>
            <a:off x="4343400" y="1040174"/>
            <a:ext cx="457200" cy="441325"/>
          </a:xfrm>
          <a:prstGeom prst="rect">
            <a:avLst/>
          </a:prstGeom>
        </p:spPr>
        <p:txBody>
          <a:bodyPr vert="horz" lIns="45720" rIns="45720" anchor="ctr">
            <a:normAutofit/>
          </a:bodyPr>
          <a:lstStyle>
            <a:lvl1pPr algn="ctr" eaLnBrk="1" latinLnBrk="0" hangingPunct="1">
              <a:defRPr kumimoji="0" sz="1600">
                <a:solidFill>
                  <a:schemeClr val="accent3">
                    <a:shade val="75000"/>
                  </a:schemeClr>
                </a:solidFill>
              </a:defRPr>
            </a:lvl1pPr>
          </a:lstStyle>
          <a:p>
            <a:fld id="{C9ADF815-C559-485A-A31F-88B4E06AA0EF}" type="slidenum">
              <a:rPr lang="fr-FR" smtClean="0"/>
            </a:fld>
            <a:endParaRPr lang="fr-FR"/>
          </a:p>
        </p:txBody>
      </p:sp>
      <p:sp>
        <p:nvSpPr>
          <p:cNvPr id="22" name="Espace réservé du titre 21"/>
          <p:cNvSpPr>
            <a:spLocks noGrp="1"/>
          </p:cNvSpPr>
          <p:nvPr>
            <p:ph type="title"/>
          </p:nvPr>
        </p:nvSpPr>
        <p:spPr>
          <a:xfrm>
            <a:off x="301752" y="228600"/>
            <a:ext cx="8534400" cy="758952"/>
          </a:xfrm>
          <a:prstGeom prst="rect">
            <a:avLst/>
          </a:prstGeom>
        </p:spPr>
        <p:txBody>
          <a:bodyPr vert="horz" anchor="b">
            <a:normAutofit/>
          </a:bodyPr>
          <a:lstStyle/>
          <a:p>
            <a:r>
              <a:rPr kumimoji="0" lang="fr-FR" smtClean="0"/>
              <a:t>Cliquez pour modifier le style du titre</a:t>
            </a:r>
            <a:endParaRPr kumimoji="0" lang="en-US"/>
          </a:p>
        </p:txBody>
      </p:sp>
      <p:sp>
        <p:nvSpPr>
          <p:cNvPr id="13" name="Espace réservé du texte 12"/>
          <p:cNvSpPr>
            <a:spLocks noGrp="1"/>
          </p:cNvSpPr>
          <p:nvPr>
            <p:ph type="body" idx="1"/>
          </p:nvPr>
        </p:nvSpPr>
        <p:spPr>
          <a:xfrm>
            <a:off x="301752" y="1524000"/>
            <a:ext cx="8534400" cy="4599432"/>
          </a:xfrm>
          <a:prstGeom prst="rect">
            <a:avLst/>
          </a:prstGeom>
        </p:spPr>
        <p:txBody>
          <a:bodyPr vert="horz">
            <a:normAutofit/>
          </a:bodyPr>
          <a:lstStyle/>
          <a:p>
            <a:pPr lvl="0" eaLnBrk="1" latinLnBrk="0" hangingPunct="1"/>
            <a:r>
              <a:rPr kumimoji="0" lang="fr-FR" smtClean="0"/>
              <a:t>Cliquez pour modifier les styles du texte du masque</a:t>
            </a:r>
            <a:endParaRPr kumimoji="0" lang="fr-FR" smtClean="0"/>
          </a:p>
          <a:p>
            <a:pPr lvl="1" eaLnBrk="1" latinLnBrk="0" hangingPunct="1"/>
            <a:r>
              <a:rPr kumimoji="0" lang="fr-FR" smtClean="0"/>
              <a:t>Deuxième niveau</a:t>
            </a:r>
            <a:endParaRPr kumimoji="0" lang="fr-FR" smtClean="0"/>
          </a:p>
          <a:p>
            <a:pPr lvl="2" eaLnBrk="1" latinLnBrk="0" hangingPunct="1"/>
            <a:r>
              <a:rPr kumimoji="0" lang="fr-FR" smtClean="0"/>
              <a:t>Troisième niveau</a:t>
            </a:r>
            <a:endParaRPr kumimoji="0" lang="fr-FR" smtClean="0"/>
          </a:p>
          <a:p>
            <a:pPr lvl="3" eaLnBrk="1" latinLnBrk="0" hangingPunct="1"/>
            <a:r>
              <a:rPr kumimoji="0" lang="fr-FR" smtClean="0"/>
              <a:t>Quatrième niveau</a:t>
            </a:r>
            <a:endParaRPr kumimoji="0" lang="fr-FR" smtClean="0"/>
          </a:p>
          <a:p>
            <a:pPr lvl="4" eaLnBrk="1" latinLnBrk="0" hangingPunct="1"/>
            <a:r>
              <a:rPr kumimoji="0" lang="fr-FR" smtClean="0"/>
              <a:t>Cinquième niveau</a:t>
            </a:r>
            <a:endParaRPr kumimoji="0"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rtl="0" eaLnBrk="1" latinLnBrk="0" hangingPunct="1">
        <a:spcBef>
          <a:spcPct val="0"/>
        </a:spcBef>
        <a:buNone/>
        <a:defRPr kumimoji="0" sz="3300" kern="1200">
          <a:solidFill>
            <a:schemeClr val="accent3">
              <a:shade val="75000"/>
            </a:schemeClr>
          </a:solidFill>
          <a:latin typeface="+mj-lt"/>
          <a:ea typeface="+mj-ea"/>
          <a:cs typeface="+mj-cs"/>
        </a:defRPr>
      </a:lvl1pPr>
    </p:titleStyle>
    <p:bodyStyle>
      <a:lvl1pPr marL="274320" indent="-274320" algn="l" rtl="0" eaLnBrk="1" latinLnBrk="0" hangingPunct="1">
        <a:spcBef>
          <a:spcPct val="20000"/>
        </a:spcBef>
        <a:buClr>
          <a:schemeClr val="accent1"/>
        </a:buClr>
        <a:buSzPct val="85000"/>
        <a:buFont typeface="Wingdings 2" panose="05020102010507070707"/>
        <a:buChar char="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548640" indent="-274320" algn="l" rtl="0" eaLnBrk="1" latinLnBrk="0" hangingPunct="1">
        <a:spcBef>
          <a:spcPct val="20000"/>
        </a:spcBef>
        <a:buClr>
          <a:schemeClr val="accent2"/>
        </a:buClr>
        <a:buSzPct val="70000"/>
        <a:buFont typeface="Wingdings" panose="05000000000000000000"/>
        <a:buChar char=""/>
        <a:defRPr kumimoji="0" sz="2200" kern="1200">
          <a:solidFill>
            <a:schemeClr val="tx2"/>
          </a:solidFill>
          <a:latin typeface="+mn-lt"/>
          <a:ea typeface="+mn-ea"/>
          <a:cs typeface="+mn-cs"/>
        </a:defRPr>
      </a:lvl2pPr>
      <a:lvl3pPr marL="822960" indent="-228600" algn="l" rtl="0" eaLnBrk="1" latinLnBrk="0" hangingPunct="1">
        <a:spcBef>
          <a:spcPct val="20000"/>
        </a:spcBef>
        <a:buClr>
          <a:schemeClr val="accent3"/>
        </a:buClr>
        <a:buSzPct val="75000"/>
        <a:buFont typeface="Wingdings 2" panose="05020102010507070707"/>
        <a:buChar char=""/>
        <a:defRPr kumimoji="0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097280" indent="-228600" algn="l" rtl="0" eaLnBrk="1" latinLnBrk="0" hangingPunct="1">
        <a:spcBef>
          <a:spcPct val="20000"/>
        </a:spcBef>
        <a:buClr>
          <a:schemeClr val="accent4"/>
        </a:buClr>
        <a:buSzPct val="70000"/>
        <a:buFont typeface="Wingdings" panose="05000000000000000000"/>
        <a:buChar char=""/>
        <a:defRPr kumimoji="0" sz="2000" kern="1200">
          <a:solidFill>
            <a:schemeClr val="tx2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ct val="20000"/>
        </a:spcBef>
        <a:buClr>
          <a:schemeClr val="accent5"/>
        </a:buClr>
        <a:buFontTx/>
        <a:buChar char="•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45920" indent="-182880" algn="l" rtl="0" eaLnBrk="1" latinLnBrk="0" hangingPunct="1">
        <a:spcBef>
          <a:spcPct val="20000"/>
        </a:spcBef>
        <a:buClr>
          <a:schemeClr val="accent6"/>
        </a:buClr>
        <a:buSzPct val="80000"/>
        <a:buFont typeface="Wingdings 2" panose="05020102010507070707"/>
        <a:buChar char="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920240" indent="-182880" algn="l" rtl="0" eaLnBrk="1" latinLnBrk="0" hangingPunct="1">
        <a:spcBef>
          <a:spcPct val="20000"/>
        </a:spcBef>
        <a:buClr>
          <a:schemeClr val="accent1">
            <a:shade val="75000"/>
          </a:schemeClr>
        </a:buClr>
        <a:buSzPct val="90000"/>
        <a:buChar char="•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2103120" indent="-182880" algn="l" rtl="0" eaLnBrk="1" latinLnBrk="0" hangingPunct="1">
        <a:spcBef>
          <a:spcPct val="20000"/>
        </a:spcBef>
        <a:buClr>
          <a:schemeClr val="accent4">
            <a:shade val="75000"/>
          </a:schemeClr>
        </a:buClr>
        <a:buChar char="•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377440" indent="-182880" algn="l" rtl="0" eaLnBrk="1" latinLnBrk="0" hangingPunct="1">
        <a:spcBef>
          <a:spcPct val="20000"/>
        </a:spcBef>
        <a:buClr>
          <a:schemeClr val="accent2">
            <a:shade val="75000"/>
          </a:schemeClr>
        </a:buClr>
        <a:buSzPct val="90000"/>
        <a:buChar char="•"/>
        <a:defRPr kumimoji="0" sz="1400" kern="1200" cap="all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diagramColors" Target="../diagrams/colors2.xml"/><Relationship Id="rId8" Type="http://schemas.openxmlformats.org/officeDocument/2006/relationships/diagramQuickStyle" Target="../diagrams/quickStyle2.xml"/><Relationship Id="rId7" Type="http://schemas.openxmlformats.org/officeDocument/2006/relationships/diagramLayout" Target="../diagrams/layout2.xml"/><Relationship Id="rId6" Type="http://schemas.openxmlformats.org/officeDocument/2006/relationships/diagramData" Target="../diagrams/data2.xml"/><Relationship Id="rId5" Type="http://schemas.microsoft.com/office/2007/relationships/diagramDrawing" Target="../diagrams/drawing1.xml"/><Relationship Id="rId4" Type="http://schemas.openxmlformats.org/officeDocument/2006/relationships/diagramColors" Target="../diagrams/colors1.xml"/><Relationship Id="rId3" Type="http://schemas.openxmlformats.org/officeDocument/2006/relationships/diagramQuickStyle" Target="../diagrams/quickStyle1.xml"/><Relationship Id="rId2" Type="http://schemas.openxmlformats.org/officeDocument/2006/relationships/diagramLayout" Target="../diagrams/layout1.xml"/><Relationship Id="rId16" Type="http://schemas.openxmlformats.org/officeDocument/2006/relationships/slideLayout" Target="../slideLayouts/slideLayout2.xml"/><Relationship Id="rId15" Type="http://schemas.microsoft.com/office/2007/relationships/diagramDrawing" Target="../diagrams/drawing3.xml"/><Relationship Id="rId14" Type="http://schemas.openxmlformats.org/officeDocument/2006/relationships/diagramColors" Target="../diagrams/colors3.xml"/><Relationship Id="rId13" Type="http://schemas.openxmlformats.org/officeDocument/2006/relationships/diagramQuickStyle" Target="../diagrams/quickStyle3.xml"/><Relationship Id="rId12" Type="http://schemas.openxmlformats.org/officeDocument/2006/relationships/diagramLayout" Target="../diagrams/layout3.xml"/><Relationship Id="rId11" Type="http://schemas.openxmlformats.org/officeDocument/2006/relationships/diagramData" Target="../diagrams/data3.xml"/><Relationship Id="rId10" Type="http://schemas.microsoft.com/office/2007/relationships/diagramDrawing" Target="../diagrams/drawing2.xml"/><Relationship Id="rId1" Type="http://schemas.openxmlformats.org/officeDocument/2006/relationships/diagramData" Target="../diagrams/data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428596" y="3886200"/>
            <a:ext cx="8143932" cy="1752600"/>
          </a:xfrm>
        </p:spPr>
        <p:txBody>
          <a:bodyPr>
            <a:normAutofit/>
          </a:bodyPr>
          <a:lstStyle/>
          <a:p>
            <a:pPr algn="ctr"/>
            <a:r>
              <a:rPr lang="fr-FR" sz="36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Ben </a:t>
            </a:r>
            <a:r>
              <a:rPr lang="fr-FR" sz="3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farhat</a:t>
            </a:r>
            <a:r>
              <a:rPr lang="fr-FR" sz="3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nada </a:t>
            </a:r>
            <a:endParaRPr lang="fr-FR" sz="3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714348" y="785794"/>
            <a:ext cx="7772400" cy="1752600"/>
          </a:xfrm>
        </p:spPr>
        <p:txBody>
          <a:bodyPr>
            <a:normAutofit fontScale="90000"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Robot Pompier Autonome avec ESP32</a:t>
            </a:r>
            <a:br>
              <a:rPr lang="fr-FR" b="1" dirty="0"/>
            </a:b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Objectif 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/>
        <p:txBody>
          <a:bodyPr>
            <a:normAutofit lnSpcReduction="10000"/>
          </a:bodyPr>
          <a:lstStyle/>
          <a:p>
            <a:pPr lvl="0"/>
            <a:r>
              <a:rPr lang="fr-FR" b="1" dirty="0"/>
              <a:t>Se déplacer</a:t>
            </a:r>
            <a:r>
              <a:rPr lang="fr-FR" dirty="0"/>
              <a:t> manuellement (via Bluetooth)</a:t>
            </a:r>
            <a:endParaRPr lang="fr-FR" dirty="0"/>
          </a:p>
          <a:p>
            <a:pPr lvl="0"/>
            <a:r>
              <a:rPr lang="fr-FR" b="1" dirty="0"/>
              <a:t>Détecter les flammes</a:t>
            </a:r>
            <a:r>
              <a:rPr lang="fr-FR" dirty="0"/>
              <a:t> et le GAZ</a:t>
            </a:r>
            <a:endParaRPr lang="fr-FR" dirty="0"/>
          </a:p>
          <a:p>
            <a:pPr lvl="0"/>
            <a:r>
              <a:rPr lang="fr-FR" b="1" dirty="0"/>
              <a:t>Détecter le gaz/fumée</a:t>
            </a:r>
            <a:r>
              <a:rPr lang="fr-FR" dirty="0"/>
              <a:t> (fuite ou feu invisible)</a:t>
            </a:r>
            <a:endParaRPr lang="fr-FR" dirty="0"/>
          </a:p>
          <a:p>
            <a:pPr lvl="0"/>
            <a:r>
              <a:rPr lang="en-US" altLang="fr-FR" b="1" dirty="0"/>
              <a:t>Se d</a:t>
            </a:r>
            <a:r>
              <a:rPr lang="en-US" altLang="en-US" b="1" dirty="0"/>
              <a:t>é</a:t>
            </a:r>
            <a:r>
              <a:rPr lang="en-US" altLang="fr-FR" b="1" dirty="0"/>
              <a:t>place vers la source du feu</a:t>
            </a:r>
            <a:r>
              <a:rPr lang="fr-FR" altLang="en-US" b="1" dirty="0"/>
              <a:t> en evitant</a:t>
            </a:r>
            <a:r>
              <a:rPr lang="fr-FR" b="1" dirty="0"/>
              <a:t> les obstacles</a:t>
            </a:r>
            <a:endParaRPr lang="fr-FR" b="1" dirty="0"/>
          </a:p>
          <a:p>
            <a:pPr lvl="0"/>
            <a:r>
              <a:rPr lang="" altLang="en-US" dirty="0"/>
              <a:t>É</a:t>
            </a:r>
            <a:r>
              <a:rPr lang="en-US" altLang="fr-FR" dirty="0"/>
              <a:t>teindre le feu</a:t>
            </a:r>
            <a:r>
              <a:rPr lang="" altLang="en-US" dirty="0"/>
              <a:t> </a:t>
            </a:r>
            <a:r>
              <a:rPr lang="en-US" altLang="fr-FR" dirty="0"/>
              <a:t>à l’aide d’une pompe à eau.</a:t>
            </a:r>
            <a:endParaRPr lang="en-US" altLang="fr-FR" dirty="0"/>
          </a:p>
          <a:p>
            <a:pPr lvl="0"/>
            <a:r>
              <a:rPr lang="fr-FR" b="1" dirty="0"/>
              <a:t>Émettre une alarme sonore (</a:t>
            </a:r>
            <a:r>
              <a:rPr lang="fr-FR" b="1" dirty="0" err="1"/>
              <a:t>buzzer</a:t>
            </a:r>
            <a:r>
              <a:rPr lang="fr-FR" b="1" dirty="0"/>
              <a:t>)</a:t>
            </a:r>
            <a:r>
              <a:rPr lang="fr-FR" dirty="0"/>
              <a:t> en cas de danger</a:t>
            </a:r>
            <a:endParaRPr lang="fr-FR" dirty="0"/>
          </a:p>
          <a:p>
            <a:pPr lvl="0"/>
            <a:r>
              <a:rPr lang="fr-FR" b="1" dirty="0"/>
              <a:t>Envoyer des alertes à distance via Bluetooth</a:t>
            </a:r>
            <a:endParaRPr lang="fr-FR" dirty="0"/>
          </a:p>
          <a:p>
            <a:pPr lvl="0"/>
            <a:r>
              <a:rPr lang="fr-FR" b="1" dirty="0"/>
              <a:t>LED </a:t>
            </a:r>
            <a:r>
              <a:rPr lang="fr-FR" b="1" dirty="0" smtClean="0"/>
              <a:t>d’alerte</a:t>
            </a:r>
            <a:endParaRPr lang="fr-FR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</a:rPr>
              <a:t>Matériel </a:t>
            </a:r>
            <a:r>
              <a:rPr lang="fr-FR" b="1" dirty="0" smtClean="0">
                <a:solidFill>
                  <a:schemeClr val="accent2">
                    <a:lumMod val="75000"/>
                  </a:schemeClr>
                </a:solidFill>
              </a:rPr>
              <a:t>Utilisé</a:t>
            </a:r>
            <a:endParaRPr lang="fr-FR" dirty="0">
              <a:solidFill>
                <a:schemeClr val="accent2">
                  <a:lumMod val="75000"/>
                </a:schemeClr>
              </a:solidFill>
            </a:endParaRPr>
          </a:p>
        </p:txBody>
      </p:sp>
      <p:graphicFrame>
        <p:nvGraphicFramePr>
          <p:cNvPr id="5" name="Tableau 4"/>
          <p:cNvGraphicFramePr>
            <a:graphicFrameLocks noGrp="1"/>
          </p:cNvGraphicFramePr>
          <p:nvPr/>
        </p:nvGraphicFramePr>
        <p:xfrm>
          <a:off x="642910" y="2000240"/>
          <a:ext cx="7977505" cy="3438525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2659074"/>
                <a:gridCol w="2659074"/>
                <a:gridCol w="2659074"/>
              </a:tblGrid>
              <a:tr h="2954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Composant</a:t>
                      </a:r>
                      <a:endParaRPr lang="fr-FR" sz="1400" dirty="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Quantité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Rôle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590885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ESP32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Contrôle principal (Wi-Fi/Bluetooth)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2954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Module L298N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Pilote des moteurs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2954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Moteurs DC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Mouvement du robot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295442"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fr-FR" sz="1400">
                          <a:solidFill>
                            <a:srgbClr val="31849B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/>
                          <a:ea typeface="Calibri" panose="020F0502020204030204"/>
                          <a:cs typeface="Arial" panose="020B0604020202020204"/>
                        </a:rPr>
                        <a:t>Pompe à eau 5V</a:t>
                      </a:r>
                      <a:endParaRPr lang="fr-FR" altLang="en-US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fr-FR" altLang="en-US" sz="1400">
                          <a:solidFill>
                            <a:srgbClr val="31849B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/>
                          <a:ea typeface="Calibri" panose="020F0502020204030204"/>
                          <a:cs typeface="Arial" panose="020B0604020202020204"/>
                        </a:rPr>
                        <a:t>1</a:t>
                      </a:r>
                      <a:endParaRPr lang="fr-FR" altLang="en-US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  <a:buNone/>
                      </a:pPr>
                      <a:r>
                        <a:rPr lang="en-US" altLang="fr-FR" sz="1400">
                          <a:solidFill>
                            <a:srgbClr val="31849B"/>
                          </a:solidFill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  <a:latin typeface="Calibri" panose="020F0502020204030204"/>
                          <a:ea typeface="Calibri" panose="020F0502020204030204"/>
                          <a:cs typeface="Arial" panose="020B0604020202020204"/>
                        </a:rPr>
                        <a:t>Extinction du feu</a:t>
                      </a:r>
                      <a:endParaRPr lang="en-US" alt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2954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Capteur de gaz MQ-2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Détection de fumée/gaz 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2954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Capteurs de flamme (IR)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3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Détection des incendies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295442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Capteur ultrason HC-SR04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1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Mesure des obstacles(2-400 cm)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3898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Batteries LiPo 3.7V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4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Alimentation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389867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 dirty="0" err="1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LEDs</a:t>
                      </a:r>
                      <a:endParaRPr lang="fr-FR" sz="1400" dirty="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2</a:t>
                      </a:r>
                      <a:endParaRPr lang="fr-FR" sz="140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05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Alerte</a:t>
                      </a:r>
                      <a:endParaRPr lang="fr-FR" sz="1400" dirty="0">
                        <a:solidFill>
                          <a:srgbClr val="31849B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fr-FR" b="1" dirty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Schéma de </a:t>
            </a:r>
            <a:r>
              <a:rPr lang="fr-FR" b="1" dirty="0" smtClean="0">
                <a:solidFill>
                  <a:schemeClr val="accent2">
                    <a:lumMod val="75000"/>
                  </a:schemeClr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câblage</a:t>
            </a:r>
            <a:endParaRPr lang="fr-FR" dirty="0">
              <a:solidFill>
                <a:schemeClr val="accent2">
                  <a:lumMod val="75000"/>
                </a:schemeClr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4" name="Espace réservé du contenu 3" descr="ChatGPT Image 1 mai 2025, 21_59_19.png"/>
          <p:cNvPicPr>
            <a:picLocks noGrp="1" noChangeAspect="1"/>
          </p:cNvPicPr>
          <p:nvPr>
            <p:ph sz="quarter" idx="1"/>
          </p:nvPr>
        </p:nvPicPr>
        <p:blipFill>
          <a:blip r:embed="rId1"/>
          <a:stretch>
            <a:fillRect/>
          </a:stretch>
        </p:blipFill>
        <p:spPr>
          <a:xfrm>
            <a:off x="1124744" y="1527175"/>
            <a:ext cx="6858000" cy="4572000"/>
          </a:xfr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/>
          <p:cNvSpPr>
            <a:spLocks noGrp="1"/>
          </p:cNvSpPr>
          <p:nvPr>
            <p:ph sz="quarter" idx="1"/>
          </p:nvPr>
        </p:nvSpPr>
        <p:spPr>
          <a:xfrm>
            <a:off x="313690" y="116205"/>
            <a:ext cx="8229600" cy="1142365"/>
          </a:xfrm>
        </p:spPr>
        <p:txBody>
          <a:bodyPr/>
          <a:lstStyle/>
          <a:p>
            <a:r>
              <a:rPr lang="fr-FR" sz="2000" b="1" dirty="0">
                <a:solidFill>
                  <a:schemeClr val="accent3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Alimentation</a:t>
            </a:r>
            <a:endParaRPr lang="fr-FR" sz="2000" b="1" dirty="0">
              <a:solidFill>
                <a:schemeClr val="accent3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>
              <a:buNone/>
            </a:pP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Batterie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1 (7.4V)</a:t>
            </a:r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 → L298N (moteurs) + ESP32 (5v)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lvl="0">
              <a:buNone/>
            </a:pPr>
            <a:r>
              <a:rPr lang="fr-FR" sz="2000" b="1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GND </a:t>
            </a:r>
            <a:r>
              <a:rPr lang="fr-FR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Commun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➝</a:t>
            </a:r>
            <a:r>
              <a:rPr lang="fr-FR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L298N (GND) + ESP32 (GND) </a:t>
            </a:r>
            <a:endParaRPr lang="fr-FR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endParaRPr lang="fr-FR" dirty="0"/>
          </a:p>
        </p:txBody>
      </p:sp>
      <p:graphicFrame>
        <p:nvGraphicFramePr>
          <p:cNvPr id="2" name="Table 1"/>
          <p:cNvGraphicFramePr/>
          <p:nvPr>
            <p:custDataLst>
              <p:tags r:id="rId1"/>
            </p:custDataLst>
          </p:nvPr>
        </p:nvGraphicFramePr>
        <p:xfrm>
          <a:off x="744855" y="1556385"/>
          <a:ext cx="7654925" cy="4627245"/>
        </p:xfrm>
        <a:graphic>
          <a:graphicData uri="http://schemas.openxmlformats.org/drawingml/2006/table">
            <a:tbl>
              <a:tblPr/>
              <a:tblGrid>
                <a:gridCol w="2010410"/>
                <a:gridCol w="1096010"/>
                <a:gridCol w="1157605"/>
                <a:gridCol w="2111375"/>
                <a:gridCol w="1279525"/>
              </a:tblGrid>
              <a:tr h="20129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Capteur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Pin ESP32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SimSun" panose="02010600030101010101" pitchFamily="2" charset="-122"/>
                        </a:rPr>
                        <a:t>Alimentation</a:t>
                      </a:r>
                      <a:endParaRPr sz="1100" b="1">
                        <a:latin typeface="Segoe UI" panose="020B0502040204020203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SimSun" panose="02010600030101010101" pitchFamily="2" charset="-122"/>
                        </a:rPr>
                        <a:t>Composant</a:t>
                      </a:r>
                      <a:endParaRPr sz="1100" b="1">
                        <a:latin typeface="Segoe UI" panose="020B0502040204020203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SimSun" panose="02010600030101010101" pitchFamily="2" charset="-122"/>
                        </a:rPr>
                        <a:t>Pin ESP32</a:t>
                      </a:r>
                      <a:endParaRPr sz="1100" b="1">
                        <a:latin typeface="Segoe UI" panose="020B0502040204020203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19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Flamme (Gauche)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35</a:t>
                      </a:r>
                      <a:endParaRPr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3.3V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L298N (IN1)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L_MOTOR1</a:t>
                      </a:r>
                      <a:endParaRPr sz="11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27 (gA)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40259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Flamme (Centre)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34</a:t>
                      </a:r>
                      <a:endParaRPr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3.3V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(IN2)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L_MOTOR2</a:t>
                      </a:r>
                      <a:endParaRPr sz="11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26 (gV)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59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Flamme (Droit)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32</a:t>
                      </a:r>
                      <a:endParaRPr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3.3V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(IN3)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R_MOTOR1</a:t>
                      </a:r>
                      <a:endParaRPr sz="11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25 (dA)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40195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0">
                          <a:latin typeface="Cambria" panose="02040503050406030204"/>
                          <a:ea typeface="SimSun" panose="02010600030101010101" pitchFamily="2" charset="-122"/>
                        </a:rPr>
                        <a:t>GND(tous Fl)</a:t>
                      </a:r>
                      <a:endParaRPr sz="1100" b="0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GND</a:t>
                      </a:r>
                      <a:endParaRPr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 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(IN4)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R_MOTOR2</a:t>
                      </a:r>
                      <a:endParaRPr sz="11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14 (dV)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40259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HC-SR04 (Trig)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15 </a:t>
                      </a:r>
                      <a:endParaRPr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 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(ENA)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PWM Moteur Gauche</a:t>
                      </a:r>
                      <a:endParaRPr sz="11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 </a:t>
                      </a: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(PWM)Mt-D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402590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HC-SR04 (Echo)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2</a:t>
                      </a:r>
                      <a:endParaRPr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 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(ENB)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PWM Moteur Droit</a:t>
                      </a:r>
                      <a:endParaRPr sz="11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 </a:t>
                      </a: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(PWM)Mt-G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80454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HC-SR04 (VCC)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5v</a:t>
                      </a:r>
                      <a:endParaRPr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 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OUT1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OUT2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OUT3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OUT4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Borne + Mt-D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Borne - Mt-D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Borne+ Mt-G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Borne - Mt-G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80454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GND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Calibri" panose="020F0502020204030204"/>
                          <a:ea typeface="Calibri" panose="020F0502020204030204"/>
                        </a:rPr>
                        <a:t>GND</a:t>
                      </a:r>
                      <a:endParaRPr sz="1100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 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MOSFET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Gate G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Source S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Drain D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 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5(on/off)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GND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P-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  <a:tr h="20129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GAZ MQ-2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libri" panose="020F0502020204030204"/>
                          <a:ea typeface="Calibri" panose="020F0502020204030204"/>
                        </a:rPr>
                        <a:t>4</a:t>
                      </a:r>
                      <a:r>
                        <a:rPr sz="1100" b="1">
                          <a:latin typeface="Calibri" panose="020F0502020204030204"/>
                          <a:ea typeface="Calibri" panose="020F0502020204030204"/>
                        </a:rPr>
                        <a:t> </a:t>
                      </a:r>
                      <a:r>
                        <a:rPr sz="1100" b="1">
                          <a:latin typeface="Calibri" panose="020F0502020204030204"/>
                          <a:ea typeface="Calibri" panose="020F0502020204030204"/>
                        </a:rPr>
                        <a:t>(analogie)</a:t>
                      </a:r>
                      <a:endParaRPr sz="11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5V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Pompe +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5V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solidFill>
                      <a:srgbClr val="D3DFEE"/>
                    </a:solidFill>
                  </a:tcPr>
                </a:tc>
              </a:tr>
              <a:tr h="201295"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mbria" panose="02040503050406030204"/>
                          <a:ea typeface="SimSun" panose="02010600030101010101" pitchFamily="2" charset="-122"/>
                        </a:rPr>
                        <a:t> </a:t>
                      </a:r>
                      <a:endParaRPr sz="1100" b="1">
                        <a:latin typeface="Cambria" panose="02040503050406030204"/>
                        <a:ea typeface="SimSun" panose="02010600030101010101" pitchFamily="2" charset="-122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Calibri" panose="020F0502020204030204"/>
                          <a:ea typeface="Calibri" panose="020F0502020204030204"/>
                        </a:rPr>
                        <a:t> </a:t>
                      </a:r>
                      <a:endParaRPr sz="1100" b="1">
                        <a:latin typeface="Calibri" panose="020F0502020204030204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 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 b="1">
                          <a:latin typeface="Segoe UI" panose="020B0502040204020203"/>
                          <a:ea typeface="Calibri" panose="020F0502020204030204"/>
                        </a:rPr>
                        <a:t>Pompe -</a:t>
                      </a:r>
                      <a:endParaRPr sz="1100" b="1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  <a:tc>
                  <a:txBody>
                    <a:bodyPr/>
                    <a:p>
                      <a:pPr algn="ctr">
                        <a:lnSpc>
                          <a:spcPct val="114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</a:pPr>
                      <a:r>
                        <a:rPr sz="1100">
                          <a:latin typeface="Segoe UI" panose="020B0502040204020203"/>
                          <a:ea typeface="Calibri" panose="020F0502020204030204"/>
                        </a:rPr>
                        <a:t>Drain(D)</a:t>
                      </a:r>
                      <a:endParaRPr sz="1100">
                        <a:latin typeface="Segoe UI" panose="020B0502040204020203"/>
                        <a:ea typeface="Calibri" panose="020F0502020204030204"/>
                      </a:endParaRPr>
                    </a:p>
                  </a:txBody>
                  <a:tcPr marL="0" marR="0" marT="0" marB="0" anchor="t" anchorCtr="0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  <a:noFill/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 smtClean="0">
                <a:solidFill>
                  <a:srgbClr val="C0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Fonctionnalité</a:t>
            </a:r>
            <a:endParaRPr lang="fr-FR" dirty="0">
              <a:solidFill>
                <a:srgbClr val="C00000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graphicFrame>
        <p:nvGraphicFramePr>
          <p:cNvPr id="4" name="Tableau 3"/>
          <p:cNvGraphicFramePr>
            <a:graphicFrameLocks noGrp="1"/>
          </p:cNvGraphicFramePr>
          <p:nvPr/>
        </p:nvGraphicFramePr>
        <p:xfrm>
          <a:off x="428596" y="1428736"/>
          <a:ext cx="8334380" cy="4572030"/>
        </p:xfrm>
        <a:graphic>
          <a:graphicData uri="http://schemas.openxmlformats.org/drawingml/2006/table">
            <a:tbl>
              <a:tblPr>
                <a:tableStyleId>{C4B1156A-380E-4F78-BDF5-A606A8083BF9}</a:tableStyleId>
              </a:tblPr>
              <a:tblGrid>
                <a:gridCol w="4167190"/>
                <a:gridCol w="4167190"/>
              </a:tblGrid>
              <a:tr h="304802"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Fonction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Description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Contrôle manuel Bluetooth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Dirige le robot (avancer, reculer, tourner) via une application mobile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Détection de flammes (3 capteurs)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Repère la direction d’une flamme (gauche, centre, droite)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Détection de gaz (MQ2)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Détecte la fumée ou les gaz inflammables (comme une fuite)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Évitement d’obstacles </a:t>
                      </a:r>
                      <a:endParaRPr lang="fr-FR" sz="1200"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</a:endParaRPr>
                    </a:p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capteur ultrason HC-SR04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Grâce au capteur ultrason, s’arrête ou change de direction si un objet est devant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 Alerte sonore (buzzer)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Se déclenche automatiquement en cas de flamme ou de gaz détecté ou </a:t>
                      </a:r>
                      <a:r>
                        <a:rPr lang="fr-FR" sz="12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d’obstacle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Alerte Bluetooth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4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Envoie un message à l’application si un danger est détecté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  <a:tr h="609604"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0"/>
                        </a:spcAft>
                      </a:pPr>
                      <a:r>
                        <a:rPr lang="fr-FR" sz="120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LED d’alerte</a:t>
                      </a:r>
                      <a:endParaRPr lang="fr-FR" sz="120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15000"/>
                        </a:lnSpc>
                        <a:spcAft>
                          <a:spcPts val="1000"/>
                        </a:spcAft>
                      </a:pPr>
                      <a:r>
                        <a:rPr lang="fr-FR" sz="1400" dirty="0">
                          <a:effectLst>
                            <a:outerShdw blurRad="38100" dist="38100" dir="2700000" algn="tl">
                              <a:srgbClr val="000000">
                                <a:alpha val="43137"/>
                              </a:srgbClr>
                            </a:outerShdw>
                          </a:effectLst>
                        </a:rPr>
                        <a:t>Rouge : gaz ou flamme détectée , Verte : environnement sûr</a:t>
                      </a:r>
                      <a:endParaRPr lang="fr-FR" sz="1200" dirty="0">
                        <a:solidFill>
                          <a:srgbClr val="5F497A"/>
                        </a:solidFill>
                        <a:effectLst>
                          <a:outerShdw blurRad="38100" dist="38100" dir="2700000" algn="tl">
                            <a:srgbClr val="000000">
                              <a:alpha val="43137"/>
                            </a:srgbClr>
                          </a:outerShdw>
                        </a:effectLst>
                        <a:latin typeface="Calibri" panose="020F0502020204030204"/>
                        <a:ea typeface="Calibri" panose="020F0502020204030204"/>
                        <a:cs typeface="Arial" panose="020B0604020202020204"/>
                      </a:endParaRPr>
                    </a:p>
                  </a:txBody>
                  <a:tcPr marL="68580" marR="68580" marT="0" marB="0"/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Diagramme 3"/>
          <p:cNvGraphicFramePr/>
          <p:nvPr/>
        </p:nvGraphicFramePr>
        <p:xfrm>
          <a:off x="251750" y="260329"/>
          <a:ext cx="4143404" cy="1928826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" r:lo="rId2" r:qs="rId3" r:cs="rId4"/>
          </a:graphicData>
        </a:graphic>
      </p:graphicFrame>
      <p:graphicFrame>
        <p:nvGraphicFramePr>
          <p:cNvPr id="8" name="Diagramme 7"/>
          <p:cNvGraphicFramePr/>
          <p:nvPr/>
        </p:nvGraphicFramePr>
        <p:xfrm>
          <a:off x="214282" y="1428736"/>
          <a:ext cx="8572560" cy="450059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6" r:lo="rId7" r:qs="rId8" r:cs="rId9"/>
          </a:graphicData>
        </a:graphic>
      </p:graphicFrame>
      <p:graphicFrame>
        <p:nvGraphicFramePr>
          <p:cNvPr id="2" name="Diagramme 4"/>
          <p:cNvGraphicFramePr/>
          <p:nvPr/>
        </p:nvGraphicFramePr>
        <p:xfrm>
          <a:off x="467360" y="1916430"/>
          <a:ext cx="8386445" cy="439928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11" r:lo="rId12" r:qs="rId13" r:cs="rId14"/>
          </a:graphicData>
        </a:graphic>
      </p:graphicFrame>
    </p:spTree>
  </p:cSld>
  <p:clrMapOvr>
    <a:masterClrMapping/>
  </p:clrMapOvr>
</p:sld>
</file>

<file path=ppt/tags/tag1.xml><?xml version="1.0" encoding="utf-8"?>
<p:tagLst xmlns:p="http://schemas.openxmlformats.org/presentationml/2006/main">
  <p:tag name="TABLE_ENDDRAG_ORIGIN_RECT" val="602*364"/>
  <p:tag name="TABLE_ENDDRAG_RECT" val="31*122*602*364"/>
</p:tagLst>
</file>

<file path=ppt/theme/_rels/them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ivil">
  <a:themeElements>
    <a:clrScheme name="Civil">
      <a:dk1>
        <a:sysClr val="windowText" lastClr="000000"/>
      </a:dk1>
      <a:lt1>
        <a:sysClr val="window" lastClr="FFFFFF"/>
      </a:lt1>
      <a:dk2>
        <a:srgbClr val="646B86"/>
      </a:dk2>
      <a:lt2>
        <a:srgbClr val="C5D1D7"/>
      </a:lt2>
      <a:accent1>
        <a:srgbClr val="D16349"/>
      </a:accent1>
      <a:accent2>
        <a:srgbClr val="CCB400"/>
      </a:accent2>
      <a:accent3>
        <a:srgbClr val="8CADAE"/>
      </a:accent3>
      <a:accent4>
        <a:srgbClr val="8C7B70"/>
      </a:accent4>
      <a:accent5>
        <a:srgbClr val="8FB08C"/>
      </a:accent5>
      <a:accent6>
        <a:srgbClr val="D19049"/>
      </a:accent6>
      <a:hlink>
        <a:srgbClr val="00A3D6"/>
      </a:hlink>
      <a:folHlink>
        <a:srgbClr val="694F07"/>
      </a:folHlink>
    </a:clrScheme>
    <a:fontScheme name="Civil">
      <a:majorFont>
        <a:latin typeface="Georgia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ajorFont>
      <a:minorFont>
        <a:latin typeface="Georgia"/>
        <a:ea typeface=""/>
        <a:cs typeface=""/>
        <a:font script="Jpan" typeface="ＭＳ Ｐ明朝"/>
        <a:font script="Hang" typeface="바탕"/>
        <a:font script="Hans" typeface="方正舒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inorFont>
    </a:fontScheme>
    <a:fmtScheme name="Civil">
      <a:fillStyleLst>
        <a:solidFill>
          <a:schemeClr val="phClr"/>
        </a:solidFill>
        <a:solidFill>
          <a:schemeClr val="phClr">
            <a:tint val="45000"/>
          </a:schemeClr>
        </a:solidFill>
        <a:solidFill>
          <a:schemeClr val="phClr">
            <a:tint val="95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1429" cap="flat" cmpd="sng" algn="ctr">
          <a:solidFill>
            <a:schemeClr val="phClr"/>
          </a:solidFill>
          <a:prstDash val="sysDash"/>
        </a:ln>
        <a:ln w="200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threePt" dir="t">
              <a:rot lat="0" lon="0" rev="0"/>
            </a:lightRig>
          </a:scene3d>
          <a:sp3d contourW="9525" prstMaterial="matte">
            <a:bevelT w="0" h="0"/>
            <a:contourClr>
              <a:schemeClr val="phClr">
                <a:shade val="70000"/>
                <a:satMod val="105000"/>
              </a:schemeClr>
            </a:contourClr>
          </a:sp3d>
        </a:effectStyle>
        <a:effectStyle>
          <a:effectLst>
            <a:outerShdw blurRad="50800" dist="254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soft" dir="b">
              <a:rot lat="0" lon="0" rev="0"/>
            </a:lightRig>
          </a:scene3d>
          <a:sp3d prstMaterial="dkEdge">
            <a:bevelT w="63500" h="63500" prst="cross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blipFill>
          <a:blip xmlns:r="http://schemas.openxmlformats.org/officeDocument/2006/relationships" r:embed="rId1">
            <a:duotone>
              <a:schemeClr val="phClr">
                <a:shade val="70000"/>
                <a:satMod val="115000"/>
              </a:schemeClr>
              <a:schemeClr val="phClr">
                <a:tint val="85000"/>
              </a:schemeClr>
            </a:duotone>
          </a:blip>
          <a:tile tx="0" ty="0" sx="85000" sy="85000" flip="none" algn="tl"/>
        </a:blipFill>
        <a:blipFill>
          <a:blip xmlns:r="http://schemas.openxmlformats.org/officeDocument/2006/relationships" r:embed="rId2">
            <a:duotone>
              <a:schemeClr val="phClr">
                <a:shade val="65000"/>
                <a:satMod val="115000"/>
              </a:schemeClr>
              <a:schemeClr val="phClr">
                <a:tint val="85000"/>
              </a:schemeClr>
            </a:duotone>
          </a:blip>
          <a:tile tx="0" ty="0" sx="65000" sy="65000" flip="none" algn="tl"/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2011</Words>
  <Application>WPS Presentation</Application>
  <PresentationFormat>Affichage à l'écran (4:3)</PresentationFormat>
  <Paragraphs>247</Paragraphs>
  <Slides>7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22" baseType="lpstr">
      <vt:lpstr>Arial</vt:lpstr>
      <vt:lpstr>SimSun</vt:lpstr>
      <vt:lpstr>Wingdings</vt:lpstr>
      <vt:lpstr>Wingdings 2</vt:lpstr>
      <vt:lpstr>Wingdings</vt:lpstr>
      <vt:lpstr>Calibri</vt:lpstr>
      <vt:lpstr>Calibri</vt:lpstr>
      <vt:lpstr>Arial</vt:lpstr>
      <vt:lpstr>Cambria</vt:lpstr>
      <vt:lpstr>Times New Roman</vt:lpstr>
      <vt:lpstr>Segoe UI</vt:lpstr>
      <vt:lpstr>Georgia</vt:lpstr>
      <vt:lpstr>Microsoft YaHei</vt:lpstr>
      <vt:lpstr>Arial Unicode MS</vt:lpstr>
      <vt:lpstr>Civil</vt:lpstr>
      <vt:lpstr>Robot Pompier Autonome avec ESP32 </vt:lpstr>
      <vt:lpstr>Objectif </vt:lpstr>
      <vt:lpstr>Matériel Utilisé</vt:lpstr>
      <vt:lpstr>Schéma de câblage</vt:lpstr>
      <vt:lpstr>PowerPoint 演示文稿</vt:lpstr>
      <vt:lpstr>Fonctionnalité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Robot Pompier Autonome avec ESP32 </dc:title>
  <dc:creator>MSI</dc:creator>
  <cp:lastModifiedBy>MSI</cp:lastModifiedBy>
  <cp:revision>6</cp:revision>
  <dcterms:created xsi:type="dcterms:W3CDTF">2025-05-02T08:23:00Z</dcterms:created>
  <dcterms:modified xsi:type="dcterms:W3CDTF">2025-12-27T20:13:37Z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4C86F4F229A84832A0AF5D21B620A96D_13</vt:lpwstr>
  </property>
  <property fmtid="{D5CDD505-2E9C-101B-9397-08002B2CF9AE}" pid="3" name="KSOProductBuildVer">
    <vt:lpwstr>1036-12.2.0.23196</vt:lpwstr>
  </property>
</Properties>
</file>